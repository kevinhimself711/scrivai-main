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7" userDrawn="1">
          <p15:clr>
            <a:srgbClr val="A4A3A4"/>
          </p15:clr>
        </p15:guide>
        <p15:guide id="2" pos="39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17"/>
        <p:guide pos="392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86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tags" Target="../tags/tag161.xml"/><Relationship Id="rId98" Type="http://schemas.openxmlformats.org/officeDocument/2006/relationships/tags" Target="../tags/tag160.xml"/><Relationship Id="rId97" Type="http://schemas.openxmlformats.org/officeDocument/2006/relationships/tags" Target="../tags/tag159.xml"/><Relationship Id="rId96" Type="http://schemas.openxmlformats.org/officeDocument/2006/relationships/tags" Target="../tags/tag158.xml"/><Relationship Id="rId95" Type="http://schemas.openxmlformats.org/officeDocument/2006/relationships/tags" Target="../tags/tag157.xml"/><Relationship Id="rId94" Type="http://schemas.openxmlformats.org/officeDocument/2006/relationships/tags" Target="../tags/tag156.xml"/><Relationship Id="rId93" Type="http://schemas.openxmlformats.org/officeDocument/2006/relationships/tags" Target="../tags/tag155.xml"/><Relationship Id="rId92" Type="http://schemas.openxmlformats.org/officeDocument/2006/relationships/tags" Target="../tags/tag154.xml"/><Relationship Id="rId91" Type="http://schemas.openxmlformats.org/officeDocument/2006/relationships/tags" Target="../tags/tag153.xml"/><Relationship Id="rId90" Type="http://schemas.openxmlformats.org/officeDocument/2006/relationships/tags" Target="../tags/tag152.xml"/><Relationship Id="rId9" Type="http://schemas.openxmlformats.org/officeDocument/2006/relationships/tags" Target="../tags/tag71.xml"/><Relationship Id="rId89" Type="http://schemas.openxmlformats.org/officeDocument/2006/relationships/tags" Target="../tags/tag151.xml"/><Relationship Id="rId88" Type="http://schemas.openxmlformats.org/officeDocument/2006/relationships/tags" Target="../tags/tag150.xml"/><Relationship Id="rId87" Type="http://schemas.openxmlformats.org/officeDocument/2006/relationships/tags" Target="../tags/tag149.xml"/><Relationship Id="rId86" Type="http://schemas.openxmlformats.org/officeDocument/2006/relationships/tags" Target="../tags/tag148.xml"/><Relationship Id="rId85" Type="http://schemas.openxmlformats.org/officeDocument/2006/relationships/tags" Target="../tags/tag147.xml"/><Relationship Id="rId84" Type="http://schemas.openxmlformats.org/officeDocument/2006/relationships/tags" Target="../tags/tag146.xml"/><Relationship Id="rId83" Type="http://schemas.openxmlformats.org/officeDocument/2006/relationships/tags" Target="../tags/tag145.xml"/><Relationship Id="rId82" Type="http://schemas.openxmlformats.org/officeDocument/2006/relationships/tags" Target="../tags/tag144.xml"/><Relationship Id="rId81" Type="http://schemas.openxmlformats.org/officeDocument/2006/relationships/tags" Target="../tags/tag143.xml"/><Relationship Id="rId80" Type="http://schemas.openxmlformats.org/officeDocument/2006/relationships/tags" Target="../tags/tag142.xml"/><Relationship Id="rId8" Type="http://schemas.openxmlformats.org/officeDocument/2006/relationships/tags" Target="../tags/tag70.xml"/><Relationship Id="rId79" Type="http://schemas.openxmlformats.org/officeDocument/2006/relationships/tags" Target="../tags/tag141.xml"/><Relationship Id="rId78" Type="http://schemas.openxmlformats.org/officeDocument/2006/relationships/tags" Target="../tags/tag140.xml"/><Relationship Id="rId77" Type="http://schemas.openxmlformats.org/officeDocument/2006/relationships/tags" Target="../tags/tag139.xml"/><Relationship Id="rId76" Type="http://schemas.openxmlformats.org/officeDocument/2006/relationships/tags" Target="../tags/tag138.xml"/><Relationship Id="rId75" Type="http://schemas.openxmlformats.org/officeDocument/2006/relationships/tags" Target="../tags/tag137.xml"/><Relationship Id="rId74" Type="http://schemas.openxmlformats.org/officeDocument/2006/relationships/tags" Target="../tags/tag136.xml"/><Relationship Id="rId73" Type="http://schemas.openxmlformats.org/officeDocument/2006/relationships/tags" Target="../tags/tag135.xml"/><Relationship Id="rId72" Type="http://schemas.openxmlformats.org/officeDocument/2006/relationships/tags" Target="../tags/tag134.xml"/><Relationship Id="rId71" Type="http://schemas.openxmlformats.org/officeDocument/2006/relationships/tags" Target="../tags/tag133.xml"/><Relationship Id="rId70" Type="http://schemas.openxmlformats.org/officeDocument/2006/relationships/tags" Target="../tags/tag132.xml"/><Relationship Id="rId7" Type="http://schemas.openxmlformats.org/officeDocument/2006/relationships/tags" Target="../tags/tag69.xml"/><Relationship Id="rId69" Type="http://schemas.openxmlformats.org/officeDocument/2006/relationships/tags" Target="../tags/tag131.xml"/><Relationship Id="rId68" Type="http://schemas.openxmlformats.org/officeDocument/2006/relationships/tags" Target="../tags/tag130.xml"/><Relationship Id="rId67" Type="http://schemas.openxmlformats.org/officeDocument/2006/relationships/tags" Target="../tags/tag129.xml"/><Relationship Id="rId66" Type="http://schemas.openxmlformats.org/officeDocument/2006/relationships/tags" Target="../tags/tag128.xml"/><Relationship Id="rId65" Type="http://schemas.openxmlformats.org/officeDocument/2006/relationships/tags" Target="../tags/tag127.xml"/><Relationship Id="rId64" Type="http://schemas.openxmlformats.org/officeDocument/2006/relationships/tags" Target="../tags/tag126.xml"/><Relationship Id="rId63" Type="http://schemas.openxmlformats.org/officeDocument/2006/relationships/tags" Target="../tags/tag125.xml"/><Relationship Id="rId62" Type="http://schemas.openxmlformats.org/officeDocument/2006/relationships/tags" Target="../tags/tag124.xml"/><Relationship Id="rId61" Type="http://schemas.openxmlformats.org/officeDocument/2006/relationships/tags" Target="../tags/tag123.xml"/><Relationship Id="rId60" Type="http://schemas.openxmlformats.org/officeDocument/2006/relationships/tags" Target="../tags/tag122.xml"/><Relationship Id="rId6" Type="http://schemas.openxmlformats.org/officeDocument/2006/relationships/tags" Target="../tags/tag68.xml"/><Relationship Id="rId59" Type="http://schemas.openxmlformats.org/officeDocument/2006/relationships/tags" Target="../tags/tag121.xml"/><Relationship Id="rId58" Type="http://schemas.openxmlformats.org/officeDocument/2006/relationships/tags" Target="../tags/tag120.xml"/><Relationship Id="rId57" Type="http://schemas.openxmlformats.org/officeDocument/2006/relationships/tags" Target="../tags/tag119.xml"/><Relationship Id="rId56" Type="http://schemas.openxmlformats.org/officeDocument/2006/relationships/tags" Target="../tags/tag118.xml"/><Relationship Id="rId55" Type="http://schemas.openxmlformats.org/officeDocument/2006/relationships/tags" Target="../tags/tag117.xml"/><Relationship Id="rId54" Type="http://schemas.openxmlformats.org/officeDocument/2006/relationships/tags" Target="../tags/tag116.xml"/><Relationship Id="rId53" Type="http://schemas.openxmlformats.org/officeDocument/2006/relationships/tags" Target="../tags/tag115.xml"/><Relationship Id="rId52" Type="http://schemas.openxmlformats.org/officeDocument/2006/relationships/tags" Target="../tags/tag114.xml"/><Relationship Id="rId51" Type="http://schemas.openxmlformats.org/officeDocument/2006/relationships/tags" Target="../tags/tag113.xml"/><Relationship Id="rId50" Type="http://schemas.openxmlformats.org/officeDocument/2006/relationships/tags" Target="../tags/tag112.xml"/><Relationship Id="rId5" Type="http://schemas.openxmlformats.org/officeDocument/2006/relationships/tags" Target="../tags/tag67.xml"/><Relationship Id="rId49" Type="http://schemas.openxmlformats.org/officeDocument/2006/relationships/tags" Target="../tags/tag111.xml"/><Relationship Id="rId48" Type="http://schemas.openxmlformats.org/officeDocument/2006/relationships/tags" Target="../tags/tag110.xml"/><Relationship Id="rId47" Type="http://schemas.openxmlformats.org/officeDocument/2006/relationships/tags" Target="../tags/tag109.xml"/><Relationship Id="rId46" Type="http://schemas.openxmlformats.org/officeDocument/2006/relationships/tags" Target="../tags/tag108.xml"/><Relationship Id="rId45" Type="http://schemas.openxmlformats.org/officeDocument/2006/relationships/tags" Target="../tags/tag107.xml"/><Relationship Id="rId44" Type="http://schemas.openxmlformats.org/officeDocument/2006/relationships/tags" Target="../tags/tag106.xml"/><Relationship Id="rId43" Type="http://schemas.openxmlformats.org/officeDocument/2006/relationships/tags" Target="../tags/tag105.xml"/><Relationship Id="rId42" Type="http://schemas.openxmlformats.org/officeDocument/2006/relationships/tags" Target="../tags/tag104.xml"/><Relationship Id="rId41" Type="http://schemas.openxmlformats.org/officeDocument/2006/relationships/tags" Target="../tags/tag103.xml"/><Relationship Id="rId40" Type="http://schemas.openxmlformats.org/officeDocument/2006/relationships/tags" Target="../tags/tag102.xml"/><Relationship Id="rId4" Type="http://schemas.openxmlformats.org/officeDocument/2006/relationships/tags" Target="../tags/tag66.xml"/><Relationship Id="rId39" Type="http://schemas.openxmlformats.org/officeDocument/2006/relationships/tags" Target="../tags/tag101.xml"/><Relationship Id="rId38" Type="http://schemas.openxmlformats.org/officeDocument/2006/relationships/tags" Target="../tags/tag100.xml"/><Relationship Id="rId37" Type="http://schemas.openxmlformats.org/officeDocument/2006/relationships/tags" Target="../tags/tag99.xml"/><Relationship Id="rId36" Type="http://schemas.openxmlformats.org/officeDocument/2006/relationships/tags" Target="../tags/tag98.xml"/><Relationship Id="rId35" Type="http://schemas.openxmlformats.org/officeDocument/2006/relationships/tags" Target="../tags/tag97.xml"/><Relationship Id="rId34" Type="http://schemas.openxmlformats.org/officeDocument/2006/relationships/tags" Target="../tags/tag96.xml"/><Relationship Id="rId33" Type="http://schemas.openxmlformats.org/officeDocument/2006/relationships/tags" Target="../tags/tag95.xml"/><Relationship Id="rId32" Type="http://schemas.openxmlformats.org/officeDocument/2006/relationships/tags" Target="../tags/tag94.xml"/><Relationship Id="rId31" Type="http://schemas.openxmlformats.org/officeDocument/2006/relationships/tags" Target="../tags/tag93.xml"/><Relationship Id="rId30" Type="http://schemas.openxmlformats.org/officeDocument/2006/relationships/tags" Target="../tags/tag92.xml"/><Relationship Id="rId3" Type="http://schemas.openxmlformats.org/officeDocument/2006/relationships/tags" Target="../tags/tag65.xml"/><Relationship Id="rId29" Type="http://schemas.openxmlformats.org/officeDocument/2006/relationships/tags" Target="../tags/tag91.xml"/><Relationship Id="rId28" Type="http://schemas.openxmlformats.org/officeDocument/2006/relationships/tags" Target="../tags/tag90.xml"/><Relationship Id="rId27" Type="http://schemas.openxmlformats.org/officeDocument/2006/relationships/tags" Target="../tags/tag89.xml"/><Relationship Id="rId26" Type="http://schemas.openxmlformats.org/officeDocument/2006/relationships/tags" Target="../tags/tag88.xml"/><Relationship Id="rId25" Type="http://schemas.openxmlformats.org/officeDocument/2006/relationships/tags" Target="../tags/tag87.xml"/><Relationship Id="rId24" Type="http://schemas.openxmlformats.org/officeDocument/2006/relationships/tags" Target="../tags/tag86.xml"/><Relationship Id="rId23" Type="http://schemas.openxmlformats.org/officeDocument/2006/relationships/tags" Target="../tags/tag85.xml"/><Relationship Id="rId22" Type="http://schemas.openxmlformats.org/officeDocument/2006/relationships/tags" Target="../tags/tag84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4" Type="http://schemas.openxmlformats.org/officeDocument/2006/relationships/slideLayout" Target="../slideLayouts/slideLayout2.xml"/><Relationship Id="rId123" Type="http://schemas.openxmlformats.org/officeDocument/2006/relationships/tags" Target="../tags/tag185.xml"/><Relationship Id="rId122" Type="http://schemas.openxmlformats.org/officeDocument/2006/relationships/tags" Target="../tags/tag184.xml"/><Relationship Id="rId121" Type="http://schemas.openxmlformats.org/officeDocument/2006/relationships/tags" Target="../tags/tag183.xml"/><Relationship Id="rId120" Type="http://schemas.openxmlformats.org/officeDocument/2006/relationships/tags" Target="../tags/tag182.xml"/><Relationship Id="rId12" Type="http://schemas.openxmlformats.org/officeDocument/2006/relationships/tags" Target="../tags/tag74.xml"/><Relationship Id="rId119" Type="http://schemas.openxmlformats.org/officeDocument/2006/relationships/tags" Target="../tags/tag181.xml"/><Relationship Id="rId118" Type="http://schemas.openxmlformats.org/officeDocument/2006/relationships/tags" Target="../tags/tag180.xml"/><Relationship Id="rId117" Type="http://schemas.openxmlformats.org/officeDocument/2006/relationships/tags" Target="../tags/tag179.xml"/><Relationship Id="rId116" Type="http://schemas.openxmlformats.org/officeDocument/2006/relationships/tags" Target="../tags/tag178.xml"/><Relationship Id="rId115" Type="http://schemas.openxmlformats.org/officeDocument/2006/relationships/tags" Target="../tags/tag177.xml"/><Relationship Id="rId114" Type="http://schemas.openxmlformats.org/officeDocument/2006/relationships/tags" Target="../tags/tag176.xml"/><Relationship Id="rId113" Type="http://schemas.openxmlformats.org/officeDocument/2006/relationships/tags" Target="../tags/tag175.xml"/><Relationship Id="rId112" Type="http://schemas.openxmlformats.org/officeDocument/2006/relationships/tags" Target="../tags/tag174.xml"/><Relationship Id="rId111" Type="http://schemas.openxmlformats.org/officeDocument/2006/relationships/tags" Target="../tags/tag173.xml"/><Relationship Id="rId110" Type="http://schemas.openxmlformats.org/officeDocument/2006/relationships/tags" Target="../tags/tag172.xml"/><Relationship Id="rId11" Type="http://schemas.openxmlformats.org/officeDocument/2006/relationships/tags" Target="../tags/tag73.xml"/><Relationship Id="rId109" Type="http://schemas.openxmlformats.org/officeDocument/2006/relationships/tags" Target="../tags/tag171.xml"/><Relationship Id="rId108" Type="http://schemas.openxmlformats.org/officeDocument/2006/relationships/tags" Target="../tags/tag170.xml"/><Relationship Id="rId107" Type="http://schemas.openxmlformats.org/officeDocument/2006/relationships/tags" Target="../tags/tag169.xml"/><Relationship Id="rId106" Type="http://schemas.openxmlformats.org/officeDocument/2006/relationships/tags" Target="../tags/tag168.xml"/><Relationship Id="rId105" Type="http://schemas.openxmlformats.org/officeDocument/2006/relationships/tags" Target="../tags/tag167.xml"/><Relationship Id="rId104" Type="http://schemas.openxmlformats.org/officeDocument/2006/relationships/tags" Target="../tags/tag166.xml"/><Relationship Id="rId103" Type="http://schemas.openxmlformats.org/officeDocument/2006/relationships/tags" Target="../tags/tag165.xml"/><Relationship Id="rId102" Type="http://schemas.openxmlformats.org/officeDocument/2006/relationships/tags" Target="../tags/tag164.xml"/><Relationship Id="rId101" Type="http://schemas.openxmlformats.org/officeDocument/2006/relationships/tags" Target="../tags/tag163.xml"/><Relationship Id="rId100" Type="http://schemas.openxmlformats.org/officeDocument/2006/relationships/tags" Target="../tags/tag162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" name="组合 1"/>
          <p:cNvGrpSpPr/>
          <p:nvPr/>
        </p:nvGrpSpPr>
        <p:grpSpPr>
          <a:xfrm rot="5400000">
            <a:off x="7803515" y="5387975"/>
            <a:ext cx="180340" cy="546735"/>
            <a:chOff x="2280" y="110909"/>
            <a:chExt cx="420" cy="1790"/>
          </a:xfrm>
        </p:grpSpPr>
        <p:sp>
          <p:nvSpPr>
            <p:cNvPr id="12" name="矩形 77"/>
            <p:cNvSpPr/>
            <p:nvPr>
              <p:custDataLst>
                <p:tags r:id="rId1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13" name="直接连接符 78"/>
            <p:cNvCxnSpPr/>
            <p:nvPr>
              <p:custDataLst>
                <p:tags r:id="rId2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4" name="直接连接符 79"/>
            <p:cNvCxnSpPr/>
            <p:nvPr>
              <p:custDataLst>
                <p:tags r:id="rId3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5" name="等腰三角形 80"/>
            <p:cNvSpPr/>
            <p:nvPr>
              <p:custDataLst>
                <p:tags r:id="rId4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6" name="等腰三角形 81"/>
            <p:cNvSpPr/>
            <p:nvPr>
              <p:custDataLst>
                <p:tags r:id="rId5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43" name="组合 1"/>
          <p:cNvGrpSpPr/>
          <p:nvPr/>
        </p:nvGrpSpPr>
        <p:grpSpPr>
          <a:xfrm rot="5400000">
            <a:off x="7776845" y="633095"/>
            <a:ext cx="180340" cy="546735"/>
            <a:chOff x="2280" y="110909"/>
            <a:chExt cx="420" cy="1790"/>
          </a:xfrm>
        </p:grpSpPr>
        <p:sp>
          <p:nvSpPr>
            <p:cNvPr id="44" name="矩形 77"/>
            <p:cNvSpPr/>
            <p:nvPr>
              <p:custDataLst>
                <p:tags r:id="rId6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45" name="直接连接符 78"/>
            <p:cNvCxnSpPr/>
            <p:nvPr>
              <p:custDataLst>
                <p:tags r:id="rId7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46" name="直接连接符 79"/>
            <p:cNvCxnSpPr/>
            <p:nvPr>
              <p:custDataLst>
                <p:tags r:id="rId8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47" name="等腰三角形 80"/>
            <p:cNvSpPr/>
            <p:nvPr>
              <p:custDataLst>
                <p:tags r:id="rId9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0" name="等腰三角形 81"/>
            <p:cNvSpPr/>
            <p:nvPr>
              <p:custDataLst>
                <p:tags r:id="rId10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51" name="组合 1"/>
          <p:cNvGrpSpPr/>
          <p:nvPr/>
        </p:nvGrpSpPr>
        <p:grpSpPr>
          <a:xfrm rot="5400000">
            <a:off x="7774305" y="2896870"/>
            <a:ext cx="180340" cy="546735"/>
            <a:chOff x="2280" y="110909"/>
            <a:chExt cx="420" cy="1790"/>
          </a:xfrm>
        </p:grpSpPr>
        <p:sp>
          <p:nvSpPr>
            <p:cNvPr id="52" name="矩形 77"/>
            <p:cNvSpPr/>
            <p:nvPr>
              <p:custDataLst>
                <p:tags r:id="rId11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53" name="直接连接符 78"/>
            <p:cNvCxnSpPr/>
            <p:nvPr>
              <p:custDataLst>
                <p:tags r:id="rId12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4" name="直接连接符 79"/>
            <p:cNvCxnSpPr/>
            <p:nvPr>
              <p:custDataLst>
                <p:tags r:id="rId13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55" name="等腰三角形 80"/>
            <p:cNvSpPr/>
            <p:nvPr>
              <p:custDataLst>
                <p:tags r:id="rId14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6" name="等腰三角形 81"/>
            <p:cNvSpPr/>
            <p:nvPr>
              <p:custDataLst>
                <p:tags r:id="rId15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57" name="组合 1"/>
          <p:cNvGrpSpPr/>
          <p:nvPr/>
        </p:nvGrpSpPr>
        <p:grpSpPr>
          <a:xfrm rot="5400000">
            <a:off x="4273550" y="5393055"/>
            <a:ext cx="180340" cy="546735"/>
            <a:chOff x="2280" y="110909"/>
            <a:chExt cx="420" cy="1790"/>
          </a:xfrm>
        </p:grpSpPr>
        <p:sp>
          <p:nvSpPr>
            <p:cNvPr id="58" name="矩形 77"/>
            <p:cNvSpPr/>
            <p:nvPr>
              <p:custDataLst>
                <p:tags r:id="rId16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59" name="直接连接符 78"/>
            <p:cNvCxnSpPr/>
            <p:nvPr>
              <p:custDataLst>
                <p:tags r:id="rId17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60" name="直接连接符 79"/>
            <p:cNvCxnSpPr/>
            <p:nvPr>
              <p:custDataLst>
                <p:tags r:id="rId18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61" name="等腰三角形 80"/>
            <p:cNvSpPr/>
            <p:nvPr>
              <p:custDataLst>
                <p:tags r:id="rId19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62" name="等腰三角形 81"/>
            <p:cNvSpPr/>
            <p:nvPr>
              <p:custDataLst>
                <p:tags r:id="rId20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63" name="组合 1"/>
          <p:cNvGrpSpPr/>
          <p:nvPr/>
        </p:nvGrpSpPr>
        <p:grpSpPr>
          <a:xfrm rot="5400000">
            <a:off x="4246880" y="638175"/>
            <a:ext cx="180340" cy="546735"/>
            <a:chOff x="2280" y="110909"/>
            <a:chExt cx="420" cy="1790"/>
          </a:xfrm>
        </p:grpSpPr>
        <p:sp>
          <p:nvSpPr>
            <p:cNvPr id="64" name="矩形 77"/>
            <p:cNvSpPr/>
            <p:nvPr>
              <p:custDataLst>
                <p:tags r:id="rId21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65" name="直接连接符 78"/>
            <p:cNvCxnSpPr/>
            <p:nvPr>
              <p:custDataLst>
                <p:tags r:id="rId22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66" name="直接连接符 79"/>
            <p:cNvCxnSpPr/>
            <p:nvPr>
              <p:custDataLst>
                <p:tags r:id="rId23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67" name="等腰三角形 80"/>
            <p:cNvSpPr/>
            <p:nvPr>
              <p:custDataLst>
                <p:tags r:id="rId24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68" name="等腰三角形 81"/>
            <p:cNvSpPr/>
            <p:nvPr>
              <p:custDataLst>
                <p:tags r:id="rId25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69" name="组合 1"/>
          <p:cNvGrpSpPr/>
          <p:nvPr/>
        </p:nvGrpSpPr>
        <p:grpSpPr>
          <a:xfrm rot="5400000">
            <a:off x="4244340" y="2901950"/>
            <a:ext cx="180340" cy="546735"/>
            <a:chOff x="2280" y="110909"/>
            <a:chExt cx="420" cy="1790"/>
          </a:xfrm>
        </p:grpSpPr>
        <p:sp>
          <p:nvSpPr>
            <p:cNvPr id="70" name="矩形 77"/>
            <p:cNvSpPr/>
            <p:nvPr>
              <p:custDataLst>
                <p:tags r:id="rId26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71" name="直接连接符 78"/>
            <p:cNvCxnSpPr/>
            <p:nvPr>
              <p:custDataLst>
                <p:tags r:id="rId27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72" name="直接连接符 79"/>
            <p:cNvCxnSpPr/>
            <p:nvPr>
              <p:custDataLst>
                <p:tags r:id="rId28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73" name="等腰三角形 80"/>
            <p:cNvSpPr/>
            <p:nvPr>
              <p:custDataLst>
                <p:tags r:id="rId29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74" name="等腰三角形 81"/>
            <p:cNvSpPr/>
            <p:nvPr>
              <p:custDataLst>
                <p:tags r:id="rId30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88" name="组合 1"/>
          <p:cNvGrpSpPr/>
          <p:nvPr/>
        </p:nvGrpSpPr>
        <p:grpSpPr>
          <a:xfrm rot="9840000">
            <a:off x="3107055" y="1604010"/>
            <a:ext cx="180340" cy="546735"/>
            <a:chOff x="2280" y="110909"/>
            <a:chExt cx="420" cy="1790"/>
          </a:xfrm>
        </p:grpSpPr>
        <p:sp>
          <p:nvSpPr>
            <p:cNvPr id="89" name="矩形 77"/>
            <p:cNvSpPr/>
            <p:nvPr>
              <p:custDataLst>
                <p:tags r:id="rId31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90" name="直接连接符 78"/>
            <p:cNvCxnSpPr/>
            <p:nvPr>
              <p:custDataLst>
                <p:tags r:id="rId32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91" name="直接连接符 79"/>
            <p:cNvCxnSpPr/>
            <p:nvPr>
              <p:custDataLst>
                <p:tags r:id="rId33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92" name="等腰三角形 80"/>
            <p:cNvSpPr/>
            <p:nvPr>
              <p:custDataLst>
                <p:tags r:id="rId34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93" name="等腰三角形 81"/>
            <p:cNvSpPr/>
            <p:nvPr>
              <p:custDataLst>
                <p:tags r:id="rId35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94" name="组合 1"/>
          <p:cNvGrpSpPr/>
          <p:nvPr/>
        </p:nvGrpSpPr>
        <p:grpSpPr>
          <a:xfrm rot="10800000">
            <a:off x="10035540" y="1621790"/>
            <a:ext cx="180340" cy="546735"/>
            <a:chOff x="2280" y="110909"/>
            <a:chExt cx="420" cy="1790"/>
          </a:xfrm>
        </p:grpSpPr>
        <p:sp>
          <p:nvSpPr>
            <p:cNvPr id="95" name="矩形 77"/>
            <p:cNvSpPr/>
            <p:nvPr>
              <p:custDataLst>
                <p:tags r:id="rId36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96" name="直接连接符 78"/>
            <p:cNvCxnSpPr/>
            <p:nvPr>
              <p:custDataLst>
                <p:tags r:id="rId37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97" name="直接连接符 79"/>
            <p:cNvCxnSpPr/>
            <p:nvPr>
              <p:custDataLst>
                <p:tags r:id="rId38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98" name="等腰三角形 80"/>
            <p:cNvSpPr/>
            <p:nvPr>
              <p:custDataLst>
                <p:tags r:id="rId39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99" name="等腰三角形 81"/>
            <p:cNvSpPr/>
            <p:nvPr>
              <p:custDataLst>
                <p:tags r:id="rId40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cxnSp>
        <p:nvCxnSpPr>
          <p:cNvPr id="116" name="直接连接符 70"/>
          <p:cNvCxnSpPr/>
          <p:nvPr>
            <p:custDataLst>
              <p:tags r:id="rId41"/>
            </p:custDataLst>
          </p:nvPr>
        </p:nvCxnSpPr>
        <p:spPr>
          <a:xfrm>
            <a:off x="7599045" y="866775"/>
            <a:ext cx="53340" cy="543433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7" name="直接连接符 70"/>
          <p:cNvCxnSpPr/>
          <p:nvPr>
            <p:custDataLst>
              <p:tags r:id="rId42"/>
            </p:custDataLst>
          </p:nvPr>
        </p:nvCxnSpPr>
        <p:spPr>
          <a:xfrm>
            <a:off x="8144510" y="911860"/>
            <a:ext cx="26670" cy="5362575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8" name="直接连接符 70"/>
          <p:cNvCxnSpPr/>
          <p:nvPr>
            <p:custDataLst>
              <p:tags r:id="rId43"/>
            </p:custDataLst>
          </p:nvPr>
        </p:nvCxnSpPr>
        <p:spPr>
          <a:xfrm>
            <a:off x="4053840" y="906780"/>
            <a:ext cx="22225" cy="5467985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9" name="直接连接符 70"/>
          <p:cNvCxnSpPr>
            <a:stCxn id="67" idx="0"/>
          </p:cNvCxnSpPr>
          <p:nvPr>
            <p:custDataLst>
              <p:tags r:id="rId44"/>
            </p:custDataLst>
          </p:nvPr>
        </p:nvCxnSpPr>
        <p:spPr>
          <a:xfrm>
            <a:off x="4610735" y="913765"/>
            <a:ext cx="28575" cy="546989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0" name="直接连接符 83"/>
          <p:cNvCxnSpPr>
            <a:stCxn id="93" idx="0"/>
          </p:cNvCxnSpPr>
          <p:nvPr>
            <p:custDataLst>
              <p:tags r:id="rId45"/>
            </p:custDataLst>
          </p:nvPr>
        </p:nvCxnSpPr>
        <p:spPr>
          <a:xfrm flipV="1">
            <a:off x="3119755" y="1573530"/>
            <a:ext cx="8583930" cy="41910"/>
          </a:xfrm>
          <a:prstGeom prst="line">
            <a:avLst/>
          </a:prstGeom>
          <a:ln w="12700" cap="flat" cmpd="sng">
            <a:solidFill>
              <a:srgbClr val="00B050"/>
            </a:solidFill>
            <a:prstDash val="lgDash"/>
            <a:headEnd type="none" w="med" len="med"/>
            <a:tailEnd type="none" w="med" len="med"/>
          </a:ln>
        </p:spPr>
      </p:cxnSp>
      <p:cxnSp>
        <p:nvCxnSpPr>
          <p:cNvPr id="121" name="直接连接符 83"/>
          <p:cNvCxnSpPr/>
          <p:nvPr>
            <p:custDataLst>
              <p:tags r:id="rId46"/>
            </p:custDataLst>
          </p:nvPr>
        </p:nvCxnSpPr>
        <p:spPr>
          <a:xfrm>
            <a:off x="3273425" y="2127885"/>
            <a:ext cx="8461375" cy="40640"/>
          </a:xfrm>
          <a:prstGeom prst="line">
            <a:avLst/>
          </a:prstGeom>
          <a:ln w="12700" cap="flat" cmpd="sng">
            <a:solidFill>
              <a:srgbClr val="00B050"/>
            </a:solidFill>
            <a:prstDash val="lgDash"/>
            <a:headEnd type="none" w="med" len="med"/>
            <a:tailEnd type="none" w="med" len="med"/>
          </a:ln>
        </p:spPr>
      </p:cxnSp>
      <p:cxnSp>
        <p:nvCxnSpPr>
          <p:cNvPr id="122" name="直接连接符 83"/>
          <p:cNvCxnSpPr/>
          <p:nvPr>
            <p:custDataLst>
              <p:tags r:id="rId47"/>
            </p:custDataLst>
          </p:nvPr>
        </p:nvCxnSpPr>
        <p:spPr>
          <a:xfrm>
            <a:off x="717550" y="4099560"/>
            <a:ext cx="10958195" cy="8890"/>
          </a:xfrm>
          <a:prstGeom prst="line">
            <a:avLst/>
          </a:prstGeom>
          <a:ln w="12700" cap="flat" cmpd="sng">
            <a:solidFill>
              <a:srgbClr val="00B0F0"/>
            </a:solidFill>
            <a:prstDash val="lgDash"/>
            <a:headEnd type="none" w="med" len="med"/>
            <a:tailEnd type="none" w="med" len="med"/>
          </a:ln>
        </p:spPr>
      </p:cxnSp>
      <p:cxnSp>
        <p:nvCxnSpPr>
          <p:cNvPr id="123" name="直接连接符 83"/>
          <p:cNvCxnSpPr/>
          <p:nvPr>
            <p:custDataLst>
              <p:tags r:id="rId48"/>
            </p:custDataLst>
          </p:nvPr>
        </p:nvCxnSpPr>
        <p:spPr>
          <a:xfrm flipV="1">
            <a:off x="670560" y="4836160"/>
            <a:ext cx="11076940" cy="21590"/>
          </a:xfrm>
          <a:prstGeom prst="line">
            <a:avLst/>
          </a:prstGeom>
          <a:ln w="12700" cap="flat" cmpd="sng">
            <a:solidFill>
              <a:srgbClr val="00B0F0"/>
            </a:solidFill>
            <a:prstDash val="lgDash"/>
            <a:headEnd type="none" w="med" len="med"/>
            <a:tailEnd type="none" w="med" len="med"/>
          </a:ln>
        </p:spPr>
      </p:cxnSp>
      <p:sp>
        <p:nvSpPr>
          <p:cNvPr id="141" name="文本框 52"/>
          <p:cNvSpPr txBox="1"/>
          <p:nvPr>
            <p:custDataLst>
              <p:tags r:id="rId49"/>
            </p:custDataLst>
          </p:nvPr>
        </p:nvSpPr>
        <p:spPr>
          <a:xfrm>
            <a:off x="7673340" y="100203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BS52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2" name="文本框 52"/>
          <p:cNvSpPr txBox="1"/>
          <p:nvPr>
            <p:custDataLst>
              <p:tags r:id="rId50"/>
            </p:custDataLst>
          </p:nvPr>
        </p:nvSpPr>
        <p:spPr>
          <a:xfrm>
            <a:off x="7646670" y="327406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BS51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3" name="文本框 52"/>
          <p:cNvSpPr txBox="1"/>
          <p:nvPr>
            <p:custDataLst>
              <p:tags r:id="rId51"/>
            </p:custDataLst>
          </p:nvPr>
        </p:nvSpPr>
        <p:spPr>
          <a:xfrm>
            <a:off x="7693660" y="582422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BS50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4" name="文本框 52"/>
          <p:cNvSpPr txBox="1"/>
          <p:nvPr>
            <p:custDataLst>
              <p:tags r:id="rId52"/>
            </p:custDataLst>
          </p:nvPr>
        </p:nvSpPr>
        <p:spPr>
          <a:xfrm>
            <a:off x="4161155" y="333883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BZ52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5" name="文本框 52"/>
          <p:cNvSpPr txBox="1"/>
          <p:nvPr>
            <p:custDataLst>
              <p:tags r:id="rId53"/>
            </p:custDataLst>
          </p:nvPr>
        </p:nvSpPr>
        <p:spPr>
          <a:xfrm>
            <a:off x="4163695" y="575691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BZ51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6" name="文本框 52"/>
          <p:cNvSpPr txBox="1"/>
          <p:nvPr>
            <p:custDataLst>
              <p:tags r:id="rId54"/>
            </p:custDataLst>
          </p:nvPr>
        </p:nvSpPr>
        <p:spPr>
          <a:xfrm>
            <a:off x="4161155" y="100203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BZ53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3932555" y="1611630"/>
            <a:ext cx="360000" cy="36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8" name="矩形 147"/>
          <p:cNvSpPr/>
          <p:nvPr>
            <p:custDataLst>
              <p:tags r:id="rId55"/>
            </p:custDataLst>
          </p:nvPr>
        </p:nvSpPr>
        <p:spPr>
          <a:xfrm>
            <a:off x="3932555" y="2176780"/>
            <a:ext cx="360000" cy="36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1" name="矩形 150"/>
          <p:cNvSpPr/>
          <p:nvPr>
            <p:custDataLst>
              <p:tags r:id="rId56"/>
            </p:custDataLst>
          </p:nvPr>
        </p:nvSpPr>
        <p:spPr>
          <a:xfrm>
            <a:off x="7449185" y="1579880"/>
            <a:ext cx="360000" cy="36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2" name="矩形 151"/>
          <p:cNvSpPr/>
          <p:nvPr>
            <p:custDataLst>
              <p:tags r:id="rId57"/>
            </p:custDataLst>
          </p:nvPr>
        </p:nvSpPr>
        <p:spPr>
          <a:xfrm>
            <a:off x="7449185" y="2176780"/>
            <a:ext cx="360000" cy="36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8" name="文本框 52"/>
          <p:cNvSpPr txBox="1"/>
          <p:nvPr>
            <p:custDataLst>
              <p:tags r:id="rId58"/>
            </p:custDataLst>
          </p:nvPr>
        </p:nvSpPr>
        <p:spPr>
          <a:xfrm>
            <a:off x="3035300" y="1323975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N31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1" name="文本框 52"/>
          <p:cNvSpPr txBox="1"/>
          <p:nvPr>
            <p:custDataLst>
              <p:tags r:id="rId59"/>
            </p:custDataLst>
          </p:nvPr>
        </p:nvSpPr>
        <p:spPr>
          <a:xfrm>
            <a:off x="9904730" y="1280795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N33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2" name="文本框 52"/>
          <p:cNvSpPr txBox="1"/>
          <p:nvPr>
            <p:custDataLst>
              <p:tags r:id="rId60"/>
            </p:custDataLst>
          </p:nvPr>
        </p:nvSpPr>
        <p:spPr>
          <a:xfrm>
            <a:off x="3240405" y="2168525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N31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5" name="文本框 52"/>
          <p:cNvSpPr txBox="1"/>
          <p:nvPr>
            <p:custDataLst>
              <p:tags r:id="rId61"/>
            </p:custDataLst>
          </p:nvPr>
        </p:nvSpPr>
        <p:spPr>
          <a:xfrm>
            <a:off x="9904095" y="217678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N33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文本框 52"/>
          <p:cNvSpPr txBox="1"/>
          <p:nvPr>
            <p:custDataLst>
              <p:tags r:id="rId62"/>
            </p:custDataLst>
          </p:nvPr>
        </p:nvSpPr>
        <p:spPr>
          <a:xfrm>
            <a:off x="5985510" y="4895215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N49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9" name="文本框 52"/>
          <p:cNvSpPr txBox="1"/>
          <p:nvPr>
            <p:custDataLst>
              <p:tags r:id="rId63"/>
            </p:custDataLst>
          </p:nvPr>
        </p:nvSpPr>
        <p:spPr>
          <a:xfrm>
            <a:off x="10078085" y="4910455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N50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0" name="文本框 52"/>
          <p:cNvSpPr txBox="1"/>
          <p:nvPr>
            <p:custDataLst>
              <p:tags r:id="rId64"/>
            </p:custDataLst>
          </p:nvPr>
        </p:nvSpPr>
        <p:spPr>
          <a:xfrm>
            <a:off x="754380" y="493141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N48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4" name="直接连接符 83"/>
          <p:cNvCxnSpPr/>
          <p:nvPr>
            <p:custDataLst>
              <p:tags r:id="rId65"/>
            </p:custDataLst>
          </p:nvPr>
        </p:nvCxnSpPr>
        <p:spPr>
          <a:xfrm flipH="1">
            <a:off x="1409700" y="1633855"/>
            <a:ext cx="1710055" cy="3841115"/>
          </a:xfrm>
          <a:prstGeom prst="line">
            <a:avLst/>
          </a:prstGeom>
          <a:ln w="12700" cap="flat" cmpd="sng">
            <a:solidFill>
              <a:srgbClr val="00B050"/>
            </a:solidFill>
            <a:prstDash val="lgDash"/>
            <a:headEnd type="none" w="med" len="med"/>
            <a:tailEnd type="none" w="med" len="med"/>
          </a:ln>
        </p:spPr>
      </p:cxnSp>
      <p:cxnSp>
        <p:nvCxnSpPr>
          <p:cNvPr id="5" name="直接连接符 83"/>
          <p:cNvCxnSpPr/>
          <p:nvPr>
            <p:custDataLst>
              <p:tags r:id="rId66"/>
            </p:custDataLst>
          </p:nvPr>
        </p:nvCxnSpPr>
        <p:spPr>
          <a:xfrm flipH="1">
            <a:off x="1780540" y="2154555"/>
            <a:ext cx="1483995" cy="3451225"/>
          </a:xfrm>
          <a:prstGeom prst="line">
            <a:avLst/>
          </a:prstGeom>
          <a:ln w="12700" cap="flat" cmpd="sng">
            <a:solidFill>
              <a:srgbClr val="00B050"/>
            </a:solidFill>
            <a:prstDash val="lgDash"/>
            <a:headEnd type="none" w="med" len="med"/>
            <a:tailEnd type="none" w="med" len="med"/>
          </a:ln>
        </p:spPr>
      </p:cxnSp>
      <p:cxnSp>
        <p:nvCxnSpPr>
          <p:cNvPr id="2" name="直接连接符 70"/>
          <p:cNvCxnSpPr>
            <a:stCxn id="67" idx="0"/>
          </p:cNvCxnSpPr>
          <p:nvPr>
            <p:custDataLst>
              <p:tags r:id="rId67"/>
            </p:custDataLst>
          </p:nvPr>
        </p:nvCxnSpPr>
        <p:spPr>
          <a:xfrm flipV="1">
            <a:off x="4610735" y="115570"/>
            <a:ext cx="696595" cy="798195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" name="直接连接符 70"/>
          <p:cNvCxnSpPr/>
          <p:nvPr>
            <p:custDataLst>
              <p:tags r:id="rId68"/>
            </p:custDataLst>
          </p:nvPr>
        </p:nvCxnSpPr>
        <p:spPr>
          <a:xfrm flipV="1">
            <a:off x="4090670" y="80010"/>
            <a:ext cx="707390" cy="82677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8" name="直接连接符 70"/>
          <p:cNvCxnSpPr/>
          <p:nvPr>
            <p:custDataLst>
              <p:tags r:id="rId69"/>
            </p:custDataLst>
          </p:nvPr>
        </p:nvCxnSpPr>
        <p:spPr>
          <a:xfrm flipV="1">
            <a:off x="8144510" y="259080"/>
            <a:ext cx="598805" cy="65278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" name="直接连接符 70"/>
          <p:cNvCxnSpPr/>
          <p:nvPr>
            <p:custDataLst>
              <p:tags r:id="rId70"/>
            </p:custDataLst>
          </p:nvPr>
        </p:nvCxnSpPr>
        <p:spPr>
          <a:xfrm flipV="1">
            <a:off x="7599045" y="223520"/>
            <a:ext cx="598805" cy="65278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20" name="组合 1"/>
          <p:cNvGrpSpPr/>
          <p:nvPr/>
        </p:nvGrpSpPr>
        <p:grpSpPr>
          <a:xfrm rot="10800000">
            <a:off x="10170795" y="4108450"/>
            <a:ext cx="180340" cy="731520"/>
            <a:chOff x="2280" y="110909"/>
            <a:chExt cx="420" cy="1790"/>
          </a:xfrm>
        </p:grpSpPr>
        <p:sp>
          <p:nvSpPr>
            <p:cNvPr id="21" name="矩形 77"/>
            <p:cNvSpPr/>
            <p:nvPr>
              <p:custDataLst>
                <p:tags r:id="rId71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22" name="直接连接符 78"/>
            <p:cNvCxnSpPr/>
            <p:nvPr>
              <p:custDataLst>
                <p:tags r:id="rId72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3" name="直接连接符 79"/>
            <p:cNvCxnSpPr/>
            <p:nvPr>
              <p:custDataLst>
                <p:tags r:id="rId73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4" name="等腰三角形 80"/>
            <p:cNvSpPr/>
            <p:nvPr>
              <p:custDataLst>
                <p:tags r:id="rId74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5" name="等腰三角形 81"/>
            <p:cNvSpPr/>
            <p:nvPr>
              <p:custDataLst>
                <p:tags r:id="rId75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26" name="组合 1"/>
          <p:cNvGrpSpPr/>
          <p:nvPr/>
        </p:nvGrpSpPr>
        <p:grpSpPr>
          <a:xfrm rot="10800000">
            <a:off x="825500" y="4139565"/>
            <a:ext cx="180340" cy="731520"/>
            <a:chOff x="2280" y="110909"/>
            <a:chExt cx="420" cy="1790"/>
          </a:xfrm>
        </p:grpSpPr>
        <p:sp>
          <p:nvSpPr>
            <p:cNvPr id="27" name="矩形 77"/>
            <p:cNvSpPr/>
            <p:nvPr>
              <p:custDataLst>
                <p:tags r:id="rId76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28" name="直接连接符 78"/>
            <p:cNvCxnSpPr/>
            <p:nvPr>
              <p:custDataLst>
                <p:tags r:id="rId77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" name="直接连接符 79"/>
            <p:cNvCxnSpPr/>
            <p:nvPr>
              <p:custDataLst>
                <p:tags r:id="rId78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0" name="等腰三角形 80"/>
            <p:cNvSpPr/>
            <p:nvPr>
              <p:custDataLst>
                <p:tags r:id="rId79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" name="等腰三角形 81"/>
            <p:cNvSpPr/>
            <p:nvPr>
              <p:custDataLst>
                <p:tags r:id="rId80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32" name="矩形 31"/>
          <p:cNvSpPr/>
          <p:nvPr>
            <p:custDataLst>
              <p:tags r:id="rId81"/>
            </p:custDataLst>
          </p:nvPr>
        </p:nvSpPr>
        <p:spPr>
          <a:xfrm flipV="1">
            <a:off x="4476750" y="4109720"/>
            <a:ext cx="299720" cy="36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>
            <p:custDataLst>
              <p:tags r:id="rId82"/>
            </p:custDataLst>
          </p:nvPr>
        </p:nvSpPr>
        <p:spPr>
          <a:xfrm flipV="1">
            <a:off x="3896360" y="4109720"/>
            <a:ext cx="299720" cy="36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>
            <p:custDataLst>
              <p:tags r:id="rId83"/>
            </p:custDataLst>
          </p:nvPr>
        </p:nvSpPr>
        <p:spPr>
          <a:xfrm flipV="1">
            <a:off x="3896360" y="4812665"/>
            <a:ext cx="299720" cy="36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>
            <p:custDataLst>
              <p:tags r:id="rId84"/>
            </p:custDataLst>
          </p:nvPr>
        </p:nvSpPr>
        <p:spPr>
          <a:xfrm flipV="1">
            <a:off x="4481830" y="4799965"/>
            <a:ext cx="299720" cy="36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>
            <p:custDataLst>
              <p:tags r:id="rId85"/>
            </p:custDataLst>
          </p:nvPr>
        </p:nvSpPr>
        <p:spPr>
          <a:xfrm>
            <a:off x="4476750" y="2163445"/>
            <a:ext cx="360000" cy="36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4416425" y="1609725"/>
            <a:ext cx="360000" cy="36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>
            <p:custDataLst>
              <p:tags r:id="rId86"/>
            </p:custDataLst>
          </p:nvPr>
        </p:nvSpPr>
        <p:spPr>
          <a:xfrm>
            <a:off x="8006715" y="1597660"/>
            <a:ext cx="360000" cy="36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>
            <p:custDataLst>
              <p:tags r:id="rId87"/>
            </p:custDataLst>
          </p:nvPr>
        </p:nvSpPr>
        <p:spPr>
          <a:xfrm>
            <a:off x="8009255" y="2158365"/>
            <a:ext cx="360000" cy="36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>
            <p:custDataLst>
              <p:tags r:id="rId88"/>
            </p:custDataLst>
          </p:nvPr>
        </p:nvSpPr>
        <p:spPr>
          <a:xfrm>
            <a:off x="7449185" y="4073525"/>
            <a:ext cx="360000" cy="36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1" name="矩形 170"/>
          <p:cNvSpPr/>
          <p:nvPr>
            <p:custDataLst>
              <p:tags r:id="rId89"/>
            </p:custDataLst>
          </p:nvPr>
        </p:nvSpPr>
        <p:spPr>
          <a:xfrm>
            <a:off x="8035925" y="4099560"/>
            <a:ext cx="360000" cy="36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1" name="矩形 180"/>
          <p:cNvSpPr/>
          <p:nvPr>
            <p:custDataLst>
              <p:tags r:id="rId90"/>
            </p:custDataLst>
          </p:nvPr>
        </p:nvSpPr>
        <p:spPr>
          <a:xfrm>
            <a:off x="7449185" y="4812665"/>
            <a:ext cx="360000" cy="36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2" name="矩形 181"/>
          <p:cNvSpPr/>
          <p:nvPr>
            <p:custDataLst>
              <p:tags r:id="rId91"/>
            </p:custDataLst>
          </p:nvPr>
        </p:nvSpPr>
        <p:spPr>
          <a:xfrm>
            <a:off x="8009255" y="4812665"/>
            <a:ext cx="360000" cy="36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3" name="组合 1"/>
          <p:cNvGrpSpPr/>
          <p:nvPr/>
        </p:nvGrpSpPr>
        <p:grpSpPr>
          <a:xfrm rot="10800000">
            <a:off x="6053455" y="4105910"/>
            <a:ext cx="180340" cy="731520"/>
            <a:chOff x="2280" y="110909"/>
            <a:chExt cx="420" cy="1790"/>
          </a:xfrm>
        </p:grpSpPr>
        <p:sp>
          <p:nvSpPr>
            <p:cNvPr id="184" name="矩形 77"/>
            <p:cNvSpPr/>
            <p:nvPr>
              <p:custDataLst>
                <p:tags r:id="rId92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185" name="直接连接符 78"/>
            <p:cNvCxnSpPr/>
            <p:nvPr>
              <p:custDataLst>
                <p:tags r:id="rId93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86" name="直接连接符 79"/>
            <p:cNvCxnSpPr/>
            <p:nvPr>
              <p:custDataLst>
                <p:tags r:id="rId94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87" name="等腰三角形 80"/>
            <p:cNvSpPr/>
            <p:nvPr>
              <p:custDataLst>
                <p:tags r:id="rId95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88" name="等腰三角形 81"/>
            <p:cNvSpPr/>
            <p:nvPr>
              <p:custDataLst>
                <p:tags r:id="rId96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195" name="组合 1"/>
          <p:cNvGrpSpPr/>
          <p:nvPr/>
        </p:nvGrpSpPr>
        <p:grpSpPr>
          <a:xfrm rot="10800000">
            <a:off x="6053455" y="1594485"/>
            <a:ext cx="180340" cy="546735"/>
            <a:chOff x="2280" y="110909"/>
            <a:chExt cx="420" cy="1790"/>
          </a:xfrm>
        </p:grpSpPr>
        <p:sp>
          <p:nvSpPr>
            <p:cNvPr id="196" name="矩形 77"/>
            <p:cNvSpPr/>
            <p:nvPr>
              <p:custDataLst>
                <p:tags r:id="rId97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197" name="直接连接符 78"/>
            <p:cNvCxnSpPr/>
            <p:nvPr>
              <p:custDataLst>
                <p:tags r:id="rId98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98" name="直接连接符 79"/>
            <p:cNvCxnSpPr/>
            <p:nvPr>
              <p:custDataLst>
                <p:tags r:id="rId99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99" name="等腰三角形 80"/>
            <p:cNvSpPr/>
            <p:nvPr>
              <p:custDataLst>
                <p:tags r:id="rId100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0" name="等腰三角形 81"/>
            <p:cNvSpPr/>
            <p:nvPr>
              <p:custDataLst>
                <p:tags r:id="rId101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1" name="文本框 200"/>
          <p:cNvSpPr txBox="1"/>
          <p:nvPr/>
        </p:nvSpPr>
        <p:spPr>
          <a:xfrm rot="17580000">
            <a:off x="1828165" y="2628265"/>
            <a:ext cx="11912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220kV</a:t>
            </a:r>
            <a:r>
              <a:rPr lang="zh-CN" altLang="en-US" sz="1000" b="1"/>
              <a:t>升方甲线</a:t>
            </a:r>
            <a:endParaRPr lang="zh-CN" altLang="en-US" sz="1000" b="1"/>
          </a:p>
        </p:txBody>
      </p:sp>
      <p:sp>
        <p:nvSpPr>
          <p:cNvPr id="202" name="文本框 201"/>
          <p:cNvSpPr txBox="1"/>
          <p:nvPr/>
        </p:nvSpPr>
        <p:spPr>
          <a:xfrm rot="17580000">
            <a:off x="2458720" y="2937510"/>
            <a:ext cx="11912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220kV</a:t>
            </a:r>
            <a:r>
              <a:rPr lang="zh-CN" altLang="en-US" sz="1000" b="1"/>
              <a:t>升方乙线</a:t>
            </a:r>
            <a:endParaRPr lang="zh-CN" altLang="en-US" sz="1000" b="1"/>
          </a:p>
        </p:txBody>
      </p:sp>
      <p:sp>
        <p:nvSpPr>
          <p:cNvPr id="203" name="文本框 52"/>
          <p:cNvSpPr txBox="1"/>
          <p:nvPr>
            <p:custDataLst>
              <p:tags r:id="rId102"/>
            </p:custDataLst>
          </p:nvPr>
        </p:nvSpPr>
        <p:spPr>
          <a:xfrm>
            <a:off x="5985510" y="219456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N32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4" name="文本框 52"/>
          <p:cNvSpPr txBox="1"/>
          <p:nvPr>
            <p:custDataLst>
              <p:tags r:id="rId103"/>
            </p:custDataLst>
          </p:nvPr>
        </p:nvSpPr>
        <p:spPr>
          <a:xfrm>
            <a:off x="5985510" y="1280795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N32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206" name="组合 205"/>
          <p:cNvGrpSpPr/>
          <p:nvPr/>
        </p:nvGrpSpPr>
        <p:grpSpPr>
          <a:xfrm>
            <a:off x="10215880" y="1915795"/>
            <a:ext cx="584200" cy="699135"/>
            <a:chOff x="15957" y="2973"/>
            <a:chExt cx="920" cy="1101"/>
          </a:xfrm>
        </p:grpSpPr>
        <p:grpSp>
          <p:nvGrpSpPr>
            <p:cNvPr id="133" name="组合 61"/>
            <p:cNvGrpSpPr/>
            <p:nvPr/>
          </p:nvGrpSpPr>
          <p:grpSpPr>
            <a:xfrm rot="5400000">
              <a:off x="15883" y="3047"/>
              <a:ext cx="1068" cy="920"/>
              <a:chOff x="8460" y="1110"/>
              <a:chExt cx="730" cy="700"/>
            </a:xfrm>
          </p:grpSpPr>
          <p:cxnSp>
            <p:nvCxnSpPr>
              <p:cNvPr id="134" name="直接连接符 29"/>
              <p:cNvCxnSpPr/>
              <p:nvPr>
                <p:custDataLst>
                  <p:tags r:id="rId104"/>
                </p:custDataLst>
              </p:nvPr>
            </p:nvCxnSpPr>
            <p:spPr>
              <a:xfrm flipV="1">
                <a:off x="8460" y="1310"/>
                <a:ext cx="530" cy="5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58"/>
              <p:cNvCxnSpPr/>
              <p:nvPr>
                <p:custDataLst>
                  <p:tags r:id="rId105"/>
                </p:custDataLst>
              </p:nvPr>
            </p:nvCxnSpPr>
            <p:spPr>
              <a:xfrm flipH="1" flipV="1">
                <a:off x="8840" y="1110"/>
                <a:ext cx="290" cy="36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59"/>
              <p:cNvCxnSpPr/>
              <p:nvPr>
                <p:custDataLst>
                  <p:tags r:id="rId106"/>
                </p:custDataLst>
              </p:nvPr>
            </p:nvCxnSpPr>
            <p:spPr>
              <a:xfrm flipH="1" flipV="1">
                <a:off x="9020" y="1140"/>
                <a:ext cx="170" cy="2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5" name="直接连接符 59"/>
            <p:cNvCxnSpPr/>
            <p:nvPr>
              <p:custDataLst>
                <p:tags r:id="rId107"/>
              </p:custDataLst>
            </p:nvPr>
          </p:nvCxnSpPr>
          <p:spPr>
            <a:xfrm flipV="1">
              <a:off x="16716" y="3916"/>
              <a:ext cx="161" cy="15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组合 207"/>
          <p:cNvGrpSpPr/>
          <p:nvPr/>
        </p:nvGrpSpPr>
        <p:grpSpPr>
          <a:xfrm>
            <a:off x="10342880" y="4542155"/>
            <a:ext cx="584200" cy="699135"/>
            <a:chOff x="15957" y="2973"/>
            <a:chExt cx="920" cy="1101"/>
          </a:xfrm>
        </p:grpSpPr>
        <p:grpSp>
          <p:nvGrpSpPr>
            <p:cNvPr id="209" name="组合 61"/>
            <p:cNvGrpSpPr/>
            <p:nvPr/>
          </p:nvGrpSpPr>
          <p:grpSpPr>
            <a:xfrm rot="5400000">
              <a:off x="15883" y="3047"/>
              <a:ext cx="1068" cy="920"/>
              <a:chOff x="8460" y="1110"/>
              <a:chExt cx="730" cy="700"/>
            </a:xfrm>
          </p:grpSpPr>
          <p:cxnSp>
            <p:nvCxnSpPr>
              <p:cNvPr id="210" name="直接连接符 29"/>
              <p:cNvCxnSpPr/>
              <p:nvPr>
                <p:custDataLst>
                  <p:tags r:id="rId108"/>
                </p:custDataLst>
              </p:nvPr>
            </p:nvCxnSpPr>
            <p:spPr>
              <a:xfrm flipV="1">
                <a:off x="8460" y="1310"/>
                <a:ext cx="530" cy="5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58"/>
              <p:cNvCxnSpPr/>
              <p:nvPr>
                <p:custDataLst>
                  <p:tags r:id="rId109"/>
                </p:custDataLst>
              </p:nvPr>
            </p:nvCxnSpPr>
            <p:spPr>
              <a:xfrm flipH="1" flipV="1">
                <a:off x="8840" y="1110"/>
                <a:ext cx="290" cy="36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接连接符 59"/>
              <p:cNvCxnSpPr/>
              <p:nvPr>
                <p:custDataLst>
                  <p:tags r:id="rId110"/>
                </p:custDataLst>
              </p:nvPr>
            </p:nvCxnSpPr>
            <p:spPr>
              <a:xfrm flipH="1" flipV="1">
                <a:off x="9020" y="1140"/>
                <a:ext cx="170" cy="2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3" name="直接连接符 59"/>
            <p:cNvCxnSpPr/>
            <p:nvPr>
              <p:custDataLst>
                <p:tags r:id="rId111"/>
              </p:custDataLst>
            </p:nvPr>
          </p:nvCxnSpPr>
          <p:spPr>
            <a:xfrm flipV="1">
              <a:off x="16716" y="3916"/>
              <a:ext cx="161" cy="15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组合 217"/>
          <p:cNvGrpSpPr/>
          <p:nvPr/>
        </p:nvGrpSpPr>
        <p:grpSpPr>
          <a:xfrm>
            <a:off x="2342515" y="1727200"/>
            <a:ext cx="843915" cy="381000"/>
            <a:chOff x="3689" y="2720"/>
            <a:chExt cx="1329" cy="600"/>
          </a:xfrm>
        </p:grpSpPr>
        <p:cxnSp>
          <p:nvCxnSpPr>
            <p:cNvPr id="214" name="直接连接符 29"/>
            <p:cNvCxnSpPr/>
            <p:nvPr>
              <p:custDataLst>
                <p:tags r:id="rId112"/>
              </p:custDataLst>
            </p:nvPr>
          </p:nvCxnSpPr>
          <p:spPr>
            <a:xfrm>
              <a:off x="3924" y="2982"/>
              <a:ext cx="1094" cy="3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58"/>
            <p:cNvCxnSpPr/>
            <p:nvPr>
              <p:custDataLst>
                <p:tags r:id="rId113"/>
              </p:custDataLst>
            </p:nvPr>
          </p:nvCxnSpPr>
          <p:spPr>
            <a:xfrm flipV="1">
              <a:off x="3880" y="2720"/>
              <a:ext cx="44" cy="60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58"/>
            <p:cNvCxnSpPr/>
            <p:nvPr>
              <p:custDataLst>
                <p:tags r:id="rId114"/>
              </p:custDataLst>
            </p:nvPr>
          </p:nvCxnSpPr>
          <p:spPr>
            <a:xfrm flipV="1">
              <a:off x="3795" y="2781"/>
              <a:ext cx="44" cy="45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58"/>
            <p:cNvCxnSpPr/>
            <p:nvPr>
              <p:custDataLst>
                <p:tags r:id="rId115"/>
              </p:custDataLst>
            </p:nvPr>
          </p:nvCxnSpPr>
          <p:spPr>
            <a:xfrm flipV="1">
              <a:off x="3689" y="2841"/>
              <a:ext cx="46" cy="32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9" name="组合 218"/>
          <p:cNvGrpSpPr/>
          <p:nvPr/>
        </p:nvGrpSpPr>
        <p:grpSpPr>
          <a:xfrm>
            <a:off x="290830" y="4295140"/>
            <a:ext cx="539115" cy="381000"/>
            <a:chOff x="3689" y="2720"/>
            <a:chExt cx="1329" cy="600"/>
          </a:xfrm>
        </p:grpSpPr>
        <p:cxnSp>
          <p:nvCxnSpPr>
            <p:cNvPr id="220" name="直接连接符 29"/>
            <p:cNvCxnSpPr/>
            <p:nvPr>
              <p:custDataLst>
                <p:tags r:id="rId116"/>
              </p:custDataLst>
            </p:nvPr>
          </p:nvCxnSpPr>
          <p:spPr>
            <a:xfrm>
              <a:off x="3924" y="2982"/>
              <a:ext cx="1094" cy="3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58"/>
            <p:cNvCxnSpPr/>
            <p:nvPr>
              <p:custDataLst>
                <p:tags r:id="rId117"/>
              </p:custDataLst>
            </p:nvPr>
          </p:nvCxnSpPr>
          <p:spPr>
            <a:xfrm flipV="1">
              <a:off x="3880" y="2720"/>
              <a:ext cx="44" cy="60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58"/>
            <p:cNvCxnSpPr/>
            <p:nvPr>
              <p:custDataLst>
                <p:tags r:id="rId118"/>
              </p:custDataLst>
            </p:nvPr>
          </p:nvCxnSpPr>
          <p:spPr>
            <a:xfrm flipV="1">
              <a:off x="3795" y="2781"/>
              <a:ext cx="44" cy="45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58"/>
            <p:cNvCxnSpPr/>
            <p:nvPr>
              <p:custDataLst>
                <p:tags r:id="rId119"/>
              </p:custDataLst>
            </p:nvPr>
          </p:nvCxnSpPr>
          <p:spPr>
            <a:xfrm flipV="1">
              <a:off x="3689" y="2841"/>
              <a:ext cx="46" cy="32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4" name="文本框 52"/>
          <p:cNvSpPr txBox="1"/>
          <p:nvPr>
            <p:custDataLst>
              <p:tags r:id="rId120"/>
            </p:custDataLst>
          </p:nvPr>
        </p:nvSpPr>
        <p:spPr>
          <a:xfrm>
            <a:off x="5985510" y="3763645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N49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5" name="文本框 52"/>
          <p:cNvSpPr txBox="1"/>
          <p:nvPr>
            <p:custDataLst>
              <p:tags r:id="rId121"/>
            </p:custDataLst>
          </p:nvPr>
        </p:nvSpPr>
        <p:spPr>
          <a:xfrm>
            <a:off x="10078085" y="378968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N50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6" name="文本框 52"/>
          <p:cNvSpPr txBox="1"/>
          <p:nvPr>
            <p:custDataLst>
              <p:tags r:id="rId122"/>
            </p:custDataLst>
          </p:nvPr>
        </p:nvSpPr>
        <p:spPr>
          <a:xfrm>
            <a:off x="754380" y="3825875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N48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7" name="文本框 226"/>
          <p:cNvSpPr txBox="1"/>
          <p:nvPr/>
        </p:nvSpPr>
        <p:spPr>
          <a:xfrm>
            <a:off x="2405380" y="4857750"/>
            <a:ext cx="11912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500kV</a:t>
            </a:r>
            <a:r>
              <a:rPr lang="zh-CN" altLang="en-US" sz="1000" b="1"/>
              <a:t>源上</a:t>
            </a:r>
            <a:r>
              <a:rPr lang="zh-CN" altLang="en-US" sz="1000" b="1"/>
              <a:t>乙线</a:t>
            </a:r>
            <a:endParaRPr lang="zh-CN" altLang="en-US" sz="1000" b="1"/>
          </a:p>
        </p:txBody>
      </p:sp>
      <p:sp>
        <p:nvSpPr>
          <p:cNvPr id="228" name="文本框 227"/>
          <p:cNvSpPr txBox="1"/>
          <p:nvPr/>
        </p:nvSpPr>
        <p:spPr>
          <a:xfrm>
            <a:off x="2601595" y="4108450"/>
            <a:ext cx="11912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500kV</a:t>
            </a:r>
            <a:r>
              <a:rPr lang="zh-CN" altLang="en-US" sz="1000" b="1"/>
              <a:t>源上甲</a:t>
            </a:r>
            <a:r>
              <a:rPr lang="zh-CN" altLang="en-US" sz="1000" b="1"/>
              <a:t>线</a:t>
            </a:r>
            <a:endParaRPr lang="zh-CN" altLang="en-US" sz="1000" b="1"/>
          </a:p>
        </p:txBody>
      </p:sp>
    </p:spTree>
    <p:custDataLst>
      <p:tags r:id="rId12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19896" t="11481" r="-126" b="8333"/>
          <a:stretch>
            <a:fillRect/>
          </a:stretch>
        </p:blipFill>
        <p:spPr>
          <a:xfrm>
            <a:off x="226695" y="0"/>
            <a:ext cx="11737975" cy="6598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 rot="5700000">
            <a:off x="4284980" y="1412875"/>
            <a:ext cx="1221740" cy="245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p>
            <a:r>
              <a:rPr lang="en-US" altLang="zh-CN" sz="1000"/>
              <a:t>500kV</a:t>
            </a:r>
            <a:r>
              <a:rPr lang="zh-CN" altLang="en-US" sz="1000"/>
              <a:t>源上甲乙线</a:t>
            </a:r>
            <a:endParaRPr lang="en-US" altLang="zh-CN" sz="1000"/>
          </a:p>
        </p:txBody>
      </p:sp>
      <p:sp>
        <p:nvSpPr>
          <p:cNvPr id="7" name="文本框 6"/>
          <p:cNvSpPr txBox="1"/>
          <p:nvPr/>
        </p:nvSpPr>
        <p:spPr>
          <a:xfrm>
            <a:off x="3021330" y="2619375"/>
            <a:ext cx="432435" cy="245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en-US" altLang="zh-CN" sz="1000"/>
              <a:t>N32</a:t>
            </a:r>
            <a:endParaRPr lang="en-US" altLang="zh-CN" sz="1000"/>
          </a:p>
        </p:txBody>
      </p:sp>
      <p:sp>
        <p:nvSpPr>
          <p:cNvPr id="9" name="文本框 8"/>
          <p:cNvSpPr txBox="1"/>
          <p:nvPr/>
        </p:nvSpPr>
        <p:spPr>
          <a:xfrm rot="16500000">
            <a:off x="2719070" y="1579245"/>
            <a:ext cx="1226185" cy="245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en-US" altLang="zh-CN" sz="1000"/>
              <a:t>220kV</a:t>
            </a:r>
            <a:r>
              <a:rPr lang="zh-CN" altLang="en-US" sz="1000"/>
              <a:t>升方甲乙线</a:t>
            </a:r>
            <a:endParaRPr lang="en-US" altLang="zh-CN" sz="1000"/>
          </a:p>
        </p:txBody>
      </p:sp>
      <p:sp>
        <p:nvSpPr>
          <p:cNvPr id="10" name="文本框 9"/>
          <p:cNvSpPr txBox="1"/>
          <p:nvPr/>
        </p:nvSpPr>
        <p:spPr>
          <a:xfrm>
            <a:off x="2724150" y="3863975"/>
            <a:ext cx="432435" cy="245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en-US" altLang="zh-CN" sz="1000"/>
              <a:t>N31</a:t>
            </a:r>
            <a:endParaRPr lang="en-US" altLang="zh-CN" sz="1000"/>
          </a:p>
        </p:txBody>
      </p:sp>
      <p:sp>
        <p:nvSpPr>
          <p:cNvPr id="11" name="文本框 10"/>
          <p:cNvSpPr txBox="1"/>
          <p:nvPr/>
        </p:nvSpPr>
        <p:spPr>
          <a:xfrm>
            <a:off x="3156585" y="441325"/>
            <a:ext cx="432435" cy="245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en-US" altLang="zh-CN" sz="1000"/>
              <a:t>N33</a:t>
            </a:r>
            <a:endParaRPr lang="en-US" altLang="zh-CN" sz="1000"/>
          </a:p>
        </p:txBody>
      </p:sp>
      <p:sp>
        <p:nvSpPr>
          <p:cNvPr id="12" name="文本框 11"/>
          <p:cNvSpPr txBox="1"/>
          <p:nvPr/>
        </p:nvSpPr>
        <p:spPr>
          <a:xfrm rot="180000">
            <a:off x="4331970" y="3361690"/>
            <a:ext cx="436245" cy="245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p>
            <a:r>
              <a:rPr lang="en-US" sz="1000"/>
              <a:t>N49</a:t>
            </a:r>
            <a:endParaRPr lang="en-US" sz="1000"/>
          </a:p>
        </p:txBody>
      </p:sp>
      <p:sp>
        <p:nvSpPr>
          <p:cNvPr id="14" name="文本框 13"/>
          <p:cNvSpPr txBox="1"/>
          <p:nvPr/>
        </p:nvSpPr>
        <p:spPr>
          <a:xfrm rot="180000">
            <a:off x="3788410" y="5240655"/>
            <a:ext cx="436245" cy="245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p>
            <a:r>
              <a:rPr lang="en-US" sz="1000"/>
              <a:t>N48</a:t>
            </a:r>
            <a:endParaRPr lang="en-US" sz="1000"/>
          </a:p>
        </p:txBody>
      </p:sp>
      <p:sp>
        <p:nvSpPr>
          <p:cNvPr id="15" name="文本框 14"/>
          <p:cNvSpPr txBox="1"/>
          <p:nvPr/>
        </p:nvSpPr>
        <p:spPr>
          <a:xfrm rot="180000">
            <a:off x="4780915" y="287655"/>
            <a:ext cx="436245" cy="245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p>
            <a:r>
              <a:rPr lang="en-US" sz="1000"/>
              <a:t>N50</a:t>
            </a:r>
            <a:endParaRPr lang="en-US" sz="1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6.xml><?xml version="1.0" encoding="utf-8"?>
<p:tagLst xmlns:p="http://schemas.openxmlformats.org/presentationml/2006/main">
  <p:tag name="COMMONDATA" val="eyJoZGlkIjoiNmIwMzQ4NDE0YmM1ODU2N2Y5ZTQwZjgwN2Y4OTE1MmIifQ=="/>
  <p:tag name="KSO_WPP_MARK_KEY" val="85518b7a-6743-4eb4-a0fe-8598db8a66b5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WPS 演示</Application>
  <PresentationFormat>宽屏</PresentationFormat>
  <Paragraphs>60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黑体</vt:lpstr>
      <vt:lpstr>Times New Roman</vt:lpstr>
      <vt:lpstr>Calibri</vt:lpstr>
      <vt:lpstr>微软雅黑</vt:lpstr>
      <vt:lpstr>Arial Unicode MS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Clément </cp:lastModifiedBy>
  <cp:revision>164</cp:revision>
  <dcterms:created xsi:type="dcterms:W3CDTF">2019-06-19T02:08:00Z</dcterms:created>
  <dcterms:modified xsi:type="dcterms:W3CDTF">2024-04-01T07:56:52Z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5C1719F66843454E985E11444D8122D9</vt:lpwstr>
  </property>
</Properties>
</file>