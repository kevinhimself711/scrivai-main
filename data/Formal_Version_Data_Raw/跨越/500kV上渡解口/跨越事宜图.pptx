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0"/>
        <p:guide pos="39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4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9" Type="http://schemas.openxmlformats.org/officeDocument/2006/relationships/slideLayout" Target="../slideLayouts/slideLayout2.xml"/><Relationship Id="rId78" Type="http://schemas.openxmlformats.org/officeDocument/2006/relationships/tags" Target="../tags/tag140.xml"/><Relationship Id="rId77" Type="http://schemas.openxmlformats.org/officeDocument/2006/relationships/tags" Target="../tags/tag139.xml"/><Relationship Id="rId76" Type="http://schemas.openxmlformats.org/officeDocument/2006/relationships/tags" Target="../tags/tag138.xml"/><Relationship Id="rId75" Type="http://schemas.openxmlformats.org/officeDocument/2006/relationships/tags" Target="../tags/tag137.xml"/><Relationship Id="rId74" Type="http://schemas.openxmlformats.org/officeDocument/2006/relationships/tags" Target="../tags/tag136.xml"/><Relationship Id="rId73" Type="http://schemas.openxmlformats.org/officeDocument/2006/relationships/tags" Target="../tags/tag135.xml"/><Relationship Id="rId72" Type="http://schemas.openxmlformats.org/officeDocument/2006/relationships/tags" Target="../tags/tag134.xml"/><Relationship Id="rId71" Type="http://schemas.openxmlformats.org/officeDocument/2006/relationships/tags" Target="../tags/tag133.xml"/><Relationship Id="rId70" Type="http://schemas.openxmlformats.org/officeDocument/2006/relationships/tags" Target="../tags/tag132.xml"/><Relationship Id="rId7" Type="http://schemas.openxmlformats.org/officeDocument/2006/relationships/tags" Target="../tags/tag69.xml"/><Relationship Id="rId69" Type="http://schemas.openxmlformats.org/officeDocument/2006/relationships/tags" Target="../tags/tag131.xml"/><Relationship Id="rId68" Type="http://schemas.openxmlformats.org/officeDocument/2006/relationships/tags" Target="../tags/tag130.xml"/><Relationship Id="rId67" Type="http://schemas.openxmlformats.org/officeDocument/2006/relationships/tags" Target="../tags/tag129.xml"/><Relationship Id="rId66" Type="http://schemas.openxmlformats.org/officeDocument/2006/relationships/tags" Target="../tags/tag128.xml"/><Relationship Id="rId65" Type="http://schemas.openxmlformats.org/officeDocument/2006/relationships/tags" Target="../tags/tag127.xml"/><Relationship Id="rId64" Type="http://schemas.openxmlformats.org/officeDocument/2006/relationships/tags" Target="../tags/tag126.xml"/><Relationship Id="rId63" Type="http://schemas.openxmlformats.org/officeDocument/2006/relationships/tags" Target="../tags/tag125.xml"/><Relationship Id="rId62" Type="http://schemas.openxmlformats.org/officeDocument/2006/relationships/tags" Target="../tags/tag124.xml"/><Relationship Id="rId61" Type="http://schemas.openxmlformats.org/officeDocument/2006/relationships/tags" Target="../tags/tag123.xml"/><Relationship Id="rId60" Type="http://schemas.openxmlformats.org/officeDocument/2006/relationships/tags" Target="../tags/tag122.xml"/><Relationship Id="rId6" Type="http://schemas.openxmlformats.org/officeDocument/2006/relationships/tags" Target="../tags/tag68.xml"/><Relationship Id="rId59" Type="http://schemas.openxmlformats.org/officeDocument/2006/relationships/tags" Target="../tags/tag121.xml"/><Relationship Id="rId58" Type="http://schemas.openxmlformats.org/officeDocument/2006/relationships/tags" Target="../tags/tag120.xml"/><Relationship Id="rId57" Type="http://schemas.openxmlformats.org/officeDocument/2006/relationships/tags" Target="../tags/tag119.xml"/><Relationship Id="rId56" Type="http://schemas.openxmlformats.org/officeDocument/2006/relationships/tags" Target="../tags/tag118.xml"/><Relationship Id="rId55" Type="http://schemas.openxmlformats.org/officeDocument/2006/relationships/tags" Target="../tags/tag117.xml"/><Relationship Id="rId54" Type="http://schemas.openxmlformats.org/officeDocument/2006/relationships/tags" Target="../tags/tag116.xml"/><Relationship Id="rId53" Type="http://schemas.openxmlformats.org/officeDocument/2006/relationships/tags" Target="../tags/tag115.xml"/><Relationship Id="rId52" Type="http://schemas.openxmlformats.org/officeDocument/2006/relationships/tags" Target="../tags/tag114.xml"/><Relationship Id="rId51" Type="http://schemas.openxmlformats.org/officeDocument/2006/relationships/tags" Target="../tags/tag113.xml"/><Relationship Id="rId50" Type="http://schemas.openxmlformats.org/officeDocument/2006/relationships/tags" Target="../tags/tag112.xml"/><Relationship Id="rId5" Type="http://schemas.openxmlformats.org/officeDocument/2006/relationships/tags" Target="../tags/tag67.xml"/><Relationship Id="rId49" Type="http://schemas.openxmlformats.org/officeDocument/2006/relationships/tags" Target="../tags/tag111.xml"/><Relationship Id="rId48" Type="http://schemas.openxmlformats.org/officeDocument/2006/relationships/tags" Target="../tags/tag110.xml"/><Relationship Id="rId47" Type="http://schemas.openxmlformats.org/officeDocument/2006/relationships/tags" Target="../tags/tag109.xml"/><Relationship Id="rId46" Type="http://schemas.openxmlformats.org/officeDocument/2006/relationships/tags" Target="../tags/tag108.xml"/><Relationship Id="rId45" Type="http://schemas.openxmlformats.org/officeDocument/2006/relationships/tags" Target="../tags/tag107.xml"/><Relationship Id="rId44" Type="http://schemas.openxmlformats.org/officeDocument/2006/relationships/tags" Target="../tags/tag106.xml"/><Relationship Id="rId43" Type="http://schemas.openxmlformats.org/officeDocument/2006/relationships/tags" Target="../tags/tag105.xml"/><Relationship Id="rId42" Type="http://schemas.openxmlformats.org/officeDocument/2006/relationships/tags" Target="../tags/tag104.xml"/><Relationship Id="rId41" Type="http://schemas.openxmlformats.org/officeDocument/2006/relationships/tags" Target="../tags/tag103.xml"/><Relationship Id="rId40" Type="http://schemas.openxmlformats.org/officeDocument/2006/relationships/tags" Target="../tags/tag102.xml"/><Relationship Id="rId4" Type="http://schemas.openxmlformats.org/officeDocument/2006/relationships/tags" Target="../tags/tag66.xml"/><Relationship Id="rId39" Type="http://schemas.openxmlformats.org/officeDocument/2006/relationships/tags" Target="../tags/tag101.xml"/><Relationship Id="rId38" Type="http://schemas.openxmlformats.org/officeDocument/2006/relationships/tags" Target="../tags/tag100.xml"/><Relationship Id="rId37" Type="http://schemas.openxmlformats.org/officeDocument/2006/relationships/tags" Target="../tags/tag99.xml"/><Relationship Id="rId36" Type="http://schemas.openxmlformats.org/officeDocument/2006/relationships/tags" Target="../tags/tag98.xml"/><Relationship Id="rId35" Type="http://schemas.openxmlformats.org/officeDocument/2006/relationships/tags" Target="../tags/tag97.xml"/><Relationship Id="rId34" Type="http://schemas.openxmlformats.org/officeDocument/2006/relationships/tags" Target="../tags/tag96.xml"/><Relationship Id="rId33" Type="http://schemas.openxmlformats.org/officeDocument/2006/relationships/tags" Target="../tags/tag95.xml"/><Relationship Id="rId32" Type="http://schemas.openxmlformats.org/officeDocument/2006/relationships/tags" Target="../tags/tag94.xml"/><Relationship Id="rId31" Type="http://schemas.openxmlformats.org/officeDocument/2006/relationships/tags" Target="../tags/tag93.xml"/><Relationship Id="rId30" Type="http://schemas.openxmlformats.org/officeDocument/2006/relationships/tags" Target="../tags/tag92.xml"/><Relationship Id="rId3" Type="http://schemas.openxmlformats.org/officeDocument/2006/relationships/tags" Target="../tags/tag65.xml"/><Relationship Id="rId29" Type="http://schemas.openxmlformats.org/officeDocument/2006/relationships/tags" Target="../tags/tag91.xml"/><Relationship Id="rId28" Type="http://schemas.openxmlformats.org/officeDocument/2006/relationships/tags" Target="../tags/tag90.xml"/><Relationship Id="rId27" Type="http://schemas.openxmlformats.org/officeDocument/2006/relationships/tags" Target="../tags/tag89.xml"/><Relationship Id="rId26" Type="http://schemas.openxmlformats.org/officeDocument/2006/relationships/tags" Target="../tags/tag88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tags" Target="../tags/tag85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3" name="组合 1"/>
          <p:cNvGrpSpPr/>
          <p:nvPr/>
        </p:nvGrpSpPr>
        <p:grpSpPr>
          <a:xfrm rot="10800000">
            <a:off x="2461260" y="898525"/>
            <a:ext cx="180340" cy="731520"/>
            <a:chOff x="2280" y="110909"/>
            <a:chExt cx="420" cy="1790"/>
          </a:xfrm>
        </p:grpSpPr>
        <p:sp>
          <p:nvSpPr>
            <p:cNvPr id="184" name="矩形 77"/>
            <p:cNvSpPr/>
            <p:nvPr>
              <p:custDataLst>
                <p:tags r:id="rId1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185" name="直接连接符 78"/>
            <p:cNvCxnSpPr/>
            <p:nvPr>
              <p:custDataLst>
                <p:tags r:id="rId2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86" name="直接连接符 79"/>
            <p:cNvCxnSpPr/>
            <p:nvPr>
              <p:custDataLst>
                <p:tags r:id="rId3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87" name="等腰三角形 80"/>
            <p:cNvSpPr/>
            <p:nvPr>
              <p:custDataLst>
                <p:tags r:id="rId4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88" name="等腰三角形 81"/>
            <p:cNvSpPr/>
            <p:nvPr>
              <p:custDataLst>
                <p:tags r:id="rId5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4" name="组合 1"/>
          <p:cNvGrpSpPr/>
          <p:nvPr/>
        </p:nvGrpSpPr>
        <p:grpSpPr>
          <a:xfrm rot="10800000">
            <a:off x="8794750" y="901065"/>
            <a:ext cx="180340" cy="731520"/>
            <a:chOff x="2280" y="110909"/>
            <a:chExt cx="420" cy="1790"/>
          </a:xfrm>
        </p:grpSpPr>
        <p:sp>
          <p:nvSpPr>
            <p:cNvPr id="5" name="矩形 77"/>
            <p:cNvSpPr/>
            <p:nvPr>
              <p:custDataLst>
                <p:tags r:id="rId6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6" name="直接连接符 78"/>
            <p:cNvCxnSpPr/>
            <p:nvPr>
              <p:custDataLst>
                <p:tags r:id="rId7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7" name="直接连接符 79"/>
            <p:cNvCxnSpPr/>
            <p:nvPr>
              <p:custDataLst>
                <p:tags r:id="rId8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8" name="等腰三角形 80"/>
            <p:cNvSpPr/>
            <p:nvPr>
              <p:custDataLst>
                <p:tags r:id="rId9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9" name="等腰三角形 81"/>
            <p:cNvSpPr/>
            <p:nvPr>
              <p:custDataLst>
                <p:tags r:id="rId10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2" name="组合 1"/>
          <p:cNvGrpSpPr/>
          <p:nvPr/>
        </p:nvGrpSpPr>
        <p:grpSpPr>
          <a:xfrm rot="10800000">
            <a:off x="10445750" y="902335"/>
            <a:ext cx="180340" cy="731520"/>
            <a:chOff x="2280" y="110909"/>
            <a:chExt cx="420" cy="1790"/>
          </a:xfrm>
        </p:grpSpPr>
        <p:sp>
          <p:nvSpPr>
            <p:cNvPr id="13" name="矩形 77"/>
            <p:cNvSpPr/>
            <p:nvPr>
              <p:custDataLst>
                <p:tags r:id="rId11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14" name="直接连接符 78"/>
            <p:cNvCxnSpPr/>
            <p:nvPr>
              <p:custDataLst>
                <p:tags r:id="rId12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5" name="直接连接符 79"/>
            <p:cNvCxnSpPr/>
            <p:nvPr>
              <p:custDataLst>
                <p:tags r:id="rId13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6" name="等腰三角形 80"/>
            <p:cNvSpPr/>
            <p:nvPr>
              <p:custDataLst>
                <p:tags r:id="rId14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" name="等腰三角形 81"/>
            <p:cNvSpPr/>
            <p:nvPr>
              <p:custDataLst>
                <p:tags r:id="rId15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8" name="组合 1"/>
          <p:cNvGrpSpPr/>
          <p:nvPr/>
        </p:nvGrpSpPr>
        <p:grpSpPr>
          <a:xfrm rot="10800000">
            <a:off x="1316990" y="906780"/>
            <a:ext cx="180340" cy="731520"/>
            <a:chOff x="2280" y="110909"/>
            <a:chExt cx="420" cy="1790"/>
          </a:xfrm>
        </p:grpSpPr>
        <p:sp>
          <p:nvSpPr>
            <p:cNvPr id="19" name="矩形 77"/>
            <p:cNvSpPr/>
            <p:nvPr>
              <p:custDataLst>
                <p:tags r:id="rId16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20" name="直接连接符 78"/>
            <p:cNvCxnSpPr/>
            <p:nvPr>
              <p:custDataLst>
                <p:tags r:id="rId17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" name="直接连接符 79"/>
            <p:cNvCxnSpPr/>
            <p:nvPr>
              <p:custDataLst>
                <p:tags r:id="rId18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2" name="等腰三角形 80"/>
            <p:cNvSpPr/>
            <p:nvPr>
              <p:custDataLst>
                <p:tags r:id="rId19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3" name="等腰三角形 81"/>
            <p:cNvSpPr/>
            <p:nvPr>
              <p:custDataLst>
                <p:tags r:id="rId20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cxnSp>
        <p:nvCxnSpPr>
          <p:cNvPr id="122" name="直接连接符 83"/>
          <p:cNvCxnSpPr>
            <a:endCxn id="51" idx="2"/>
          </p:cNvCxnSpPr>
          <p:nvPr>
            <p:custDataLst>
              <p:tags r:id="rId21"/>
            </p:custDataLst>
          </p:nvPr>
        </p:nvCxnSpPr>
        <p:spPr>
          <a:xfrm flipV="1">
            <a:off x="717550" y="898525"/>
            <a:ext cx="1836420" cy="8255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" name="直接连接符 83"/>
          <p:cNvCxnSpPr>
            <a:endCxn id="52" idx="0"/>
          </p:cNvCxnSpPr>
          <p:nvPr>
            <p:custDataLst>
              <p:tags r:id="rId22"/>
            </p:custDataLst>
          </p:nvPr>
        </p:nvCxnSpPr>
        <p:spPr>
          <a:xfrm>
            <a:off x="717550" y="1614805"/>
            <a:ext cx="1836420" cy="23495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5" name="组合 1"/>
          <p:cNvGrpSpPr/>
          <p:nvPr/>
        </p:nvGrpSpPr>
        <p:grpSpPr>
          <a:xfrm rot="13560000">
            <a:off x="4439920" y="769620"/>
            <a:ext cx="180340" cy="1065530"/>
            <a:chOff x="2280" y="110909"/>
            <a:chExt cx="420" cy="1790"/>
          </a:xfrm>
        </p:grpSpPr>
        <p:sp>
          <p:nvSpPr>
            <p:cNvPr id="26" name="矩形 77"/>
            <p:cNvSpPr/>
            <p:nvPr>
              <p:custDataLst>
                <p:tags r:id="rId23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27" name="直接连接符 78"/>
            <p:cNvCxnSpPr/>
            <p:nvPr>
              <p:custDataLst>
                <p:tags r:id="rId24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8" name="直接连接符 79"/>
            <p:cNvCxnSpPr/>
            <p:nvPr>
              <p:custDataLst>
                <p:tags r:id="rId25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9" name="等腰三角形 80"/>
            <p:cNvSpPr/>
            <p:nvPr>
              <p:custDataLst>
                <p:tags r:id="rId26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0" name="等腰三角形 81"/>
            <p:cNvSpPr/>
            <p:nvPr>
              <p:custDataLst>
                <p:tags r:id="rId27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31" name="组合 1"/>
          <p:cNvGrpSpPr/>
          <p:nvPr/>
        </p:nvGrpSpPr>
        <p:grpSpPr>
          <a:xfrm rot="8100000">
            <a:off x="7165340" y="735965"/>
            <a:ext cx="180340" cy="1016000"/>
            <a:chOff x="2280" y="110909"/>
            <a:chExt cx="420" cy="1790"/>
          </a:xfrm>
        </p:grpSpPr>
        <p:sp>
          <p:nvSpPr>
            <p:cNvPr id="32" name="矩形 77"/>
            <p:cNvSpPr/>
            <p:nvPr>
              <p:custDataLst>
                <p:tags r:id="rId28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33" name="直接连接符 78"/>
            <p:cNvCxnSpPr/>
            <p:nvPr>
              <p:custDataLst>
                <p:tags r:id="rId29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4" name="直接连接符 79"/>
            <p:cNvCxnSpPr/>
            <p:nvPr>
              <p:custDataLst>
                <p:tags r:id="rId30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5" name="等腰三角形 80"/>
            <p:cNvSpPr/>
            <p:nvPr>
              <p:custDataLst>
                <p:tags r:id="rId31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6" name="等腰三角形 81"/>
            <p:cNvSpPr/>
            <p:nvPr>
              <p:custDataLst>
                <p:tags r:id="rId32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37" name="组合 1"/>
          <p:cNvGrpSpPr/>
          <p:nvPr/>
        </p:nvGrpSpPr>
        <p:grpSpPr>
          <a:xfrm rot="16200000">
            <a:off x="4286250" y="3564890"/>
            <a:ext cx="180340" cy="731520"/>
            <a:chOff x="2280" y="110909"/>
            <a:chExt cx="420" cy="1790"/>
          </a:xfrm>
        </p:grpSpPr>
        <p:sp>
          <p:nvSpPr>
            <p:cNvPr id="38" name="矩形 77"/>
            <p:cNvSpPr/>
            <p:nvPr>
              <p:custDataLst>
                <p:tags r:id="rId33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39" name="直接连接符 78"/>
            <p:cNvCxnSpPr/>
            <p:nvPr>
              <p:custDataLst>
                <p:tags r:id="rId34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40" name="直接连接符 79"/>
            <p:cNvCxnSpPr/>
            <p:nvPr>
              <p:custDataLst>
                <p:tags r:id="rId35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41" name="等腰三角形 80"/>
            <p:cNvSpPr/>
            <p:nvPr>
              <p:custDataLst>
                <p:tags r:id="rId36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" name="等腰三角形 81"/>
            <p:cNvSpPr/>
            <p:nvPr>
              <p:custDataLst>
                <p:tags r:id="rId37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43" name="组合 1"/>
          <p:cNvGrpSpPr/>
          <p:nvPr/>
        </p:nvGrpSpPr>
        <p:grpSpPr>
          <a:xfrm rot="16200000">
            <a:off x="7217410" y="3691890"/>
            <a:ext cx="180340" cy="731520"/>
            <a:chOff x="2280" y="110909"/>
            <a:chExt cx="420" cy="1790"/>
          </a:xfrm>
        </p:grpSpPr>
        <p:sp>
          <p:nvSpPr>
            <p:cNvPr id="44" name="矩形 77"/>
            <p:cNvSpPr/>
            <p:nvPr>
              <p:custDataLst>
                <p:tags r:id="rId38"/>
              </p:custDataLst>
            </p:nvPr>
          </p:nvSpPr>
          <p:spPr>
            <a:xfrm>
              <a:off x="2282" y="111338"/>
              <a:ext cx="409" cy="92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cxnSp>
          <p:nvCxnSpPr>
            <p:cNvPr id="45" name="直接连接符 78"/>
            <p:cNvCxnSpPr/>
            <p:nvPr>
              <p:custDataLst>
                <p:tags r:id="rId39"/>
              </p:custDataLst>
            </p:nvPr>
          </p:nvCxnSpPr>
          <p:spPr>
            <a:xfrm>
              <a:off x="2280" y="111329"/>
              <a:ext cx="41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46" name="直接连接符 79"/>
            <p:cNvCxnSpPr/>
            <p:nvPr>
              <p:custDataLst>
                <p:tags r:id="rId40"/>
              </p:custDataLst>
            </p:nvPr>
          </p:nvCxnSpPr>
          <p:spPr>
            <a:xfrm flipH="1">
              <a:off x="2290" y="111329"/>
              <a:ext cx="400" cy="9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47" name="等腰三角形 80"/>
            <p:cNvSpPr/>
            <p:nvPr>
              <p:custDataLst>
                <p:tags r:id="rId41"/>
              </p:custDataLst>
            </p:nvPr>
          </p:nvSpPr>
          <p:spPr>
            <a:xfrm>
              <a:off x="2290" y="11090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8" name="等腰三角形 81"/>
            <p:cNvSpPr/>
            <p:nvPr>
              <p:custDataLst>
                <p:tags r:id="rId42"/>
              </p:custDataLst>
            </p:nvPr>
          </p:nvSpPr>
          <p:spPr>
            <a:xfrm rot="10800000">
              <a:off x="2290" y="112269"/>
              <a:ext cx="410" cy="43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1" name="文本框 200"/>
          <p:cNvSpPr txBox="1"/>
          <p:nvPr/>
        </p:nvSpPr>
        <p:spPr>
          <a:xfrm>
            <a:off x="2893060" y="630555"/>
            <a:ext cx="1191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500kV</a:t>
            </a:r>
            <a:r>
              <a:rPr lang="zh-CN" altLang="en-US" sz="1000" b="1"/>
              <a:t>上渡甲线</a:t>
            </a:r>
            <a:endParaRPr lang="zh-CN" altLang="en-US" sz="1000" b="1"/>
          </a:p>
        </p:txBody>
      </p:sp>
      <p:sp>
        <p:nvSpPr>
          <p:cNvPr id="49" name="文本框 48"/>
          <p:cNvSpPr txBox="1"/>
          <p:nvPr/>
        </p:nvSpPr>
        <p:spPr>
          <a:xfrm>
            <a:off x="9215120" y="1671955"/>
            <a:ext cx="10998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500kV</a:t>
            </a:r>
            <a:r>
              <a:rPr lang="zh-CN" altLang="en-US" sz="1000" b="1"/>
              <a:t>上渡乙线</a:t>
            </a:r>
            <a:endParaRPr lang="zh-CN" altLang="en-US" sz="1000" b="1"/>
          </a:p>
        </p:txBody>
      </p:sp>
      <p:sp>
        <p:nvSpPr>
          <p:cNvPr id="162" name="文本框 52"/>
          <p:cNvSpPr txBox="1"/>
          <p:nvPr>
            <p:custDataLst>
              <p:tags r:id="rId43"/>
            </p:custDataLst>
          </p:nvPr>
        </p:nvSpPr>
        <p:spPr>
          <a:xfrm>
            <a:off x="1229995" y="163830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N99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0" name="文本框 52"/>
          <p:cNvSpPr txBox="1"/>
          <p:nvPr>
            <p:custDataLst>
              <p:tags r:id="rId44"/>
            </p:custDataLst>
          </p:nvPr>
        </p:nvSpPr>
        <p:spPr>
          <a:xfrm>
            <a:off x="1229995" y="58864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N99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1" name="文本框 52"/>
          <p:cNvSpPr txBox="1"/>
          <p:nvPr>
            <p:custDataLst>
              <p:tags r:id="rId45"/>
            </p:custDataLst>
          </p:nvPr>
        </p:nvSpPr>
        <p:spPr>
          <a:xfrm>
            <a:off x="2330450" y="58864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N52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2" name="文本框 52"/>
          <p:cNvSpPr txBox="1"/>
          <p:nvPr>
            <p:custDataLst>
              <p:tags r:id="rId46"/>
            </p:custDataLst>
          </p:nvPr>
        </p:nvSpPr>
        <p:spPr>
          <a:xfrm>
            <a:off x="2330450" y="163830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N52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" name="文本框 52"/>
          <p:cNvSpPr txBox="1"/>
          <p:nvPr>
            <p:custDataLst>
              <p:tags r:id="rId47"/>
            </p:custDataLst>
          </p:nvPr>
        </p:nvSpPr>
        <p:spPr>
          <a:xfrm>
            <a:off x="8663940" y="163830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N51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4" name="文本框 53"/>
          <p:cNvSpPr txBox="1"/>
          <p:nvPr>
            <p:custDataLst>
              <p:tags r:id="rId48"/>
            </p:custDataLst>
          </p:nvPr>
        </p:nvSpPr>
        <p:spPr>
          <a:xfrm>
            <a:off x="10314940" y="163830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N1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5" name="文本框 54"/>
          <p:cNvSpPr txBox="1"/>
          <p:nvPr>
            <p:custDataLst>
              <p:tags r:id="rId49"/>
            </p:custDataLst>
          </p:nvPr>
        </p:nvSpPr>
        <p:spPr>
          <a:xfrm>
            <a:off x="8663940" y="58864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N51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6" name="文本框 55"/>
          <p:cNvSpPr txBox="1"/>
          <p:nvPr>
            <p:custDataLst>
              <p:tags r:id="rId50"/>
            </p:custDataLst>
          </p:nvPr>
        </p:nvSpPr>
        <p:spPr>
          <a:xfrm>
            <a:off x="10365740" y="58864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N1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57" name="直接连接符 83"/>
          <p:cNvCxnSpPr/>
          <p:nvPr>
            <p:custDataLst>
              <p:tags r:id="rId51"/>
            </p:custDataLst>
          </p:nvPr>
        </p:nvCxnSpPr>
        <p:spPr>
          <a:xfrm>
            <a:off x="8862695" y="875665"/>
            <a:ext cx="2098040" cy="19050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" name="直接连接符 83"/>
          <p:cNvCxnSpPr>
            <a:stCxn id="36" idx="0"/>
          </p:cNvCxnSpPr>
          <p:nvPr>
            <p:custDataLst>
              <p:tags r:id="rId52"/>
            </p:custDataLst>
          </p:nvPr>
        </p:nvCxnSpPr>
        <p:spPr>
          <a:xfrm flipV="1">
            <a:off x="6894830" y="884555"/>
            <a:ext cx="1994535" cy="1905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" name="直接连接符 83"/>
          <p:cNvCxnSpPr>
            <a:stCxn id="51" idx="2"/>
            <a:endCxn id="30" idx="0"/>
          </p:cNvCxnSpPr>
          <p:nvPr>
            <p:custDataLst>
              <p:tags r:id="rId53"/>
            </p:custDataLst>
          </p:nvPr>
        </p:nvCxnSpPr>
        <p:spPr>
          <a:xfrm>
            <a:off x="2553970" y="898525"/>
            <a:ext cx="2357755" cy="32385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" name="直接连接符 83"/>
          <p:cNvCxnSpPr/>
          <p:nvPr>
            <p:custDataLst>
              <p:tags r:id="rId54"/>
            </p:custDataLst>
          </p:nvPr>
        </p:nvCxnSpPr>
        <p:spPr>
          <a:xfrm>
            <a:off x="2504440" y="1638300"/>
            <a:ext cx="1645920" cy="33655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" name="直接连接符 83"/>
          <p:cNvCxnSpPr>
            <a:endCxn id="53" idx="0"/>
          </p:cNvCxnSpPr>
          <p:nvPr>
            <p:custDataLst>
              <p:tags r:id="rId55"/>
            </p:custDataLst>
          </p:nvPr>
        </p:nvCxnSpPr>
        <p:spPr>
          <a:xfrm>
            <a:off x="7602220" y="1626870"/>
            <a:ext cx="1285240" cy="11430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2" name="直接连接符 83"/>
          <p:cNvCxnSpPr/>
          <p:nvPr>
            <p:custDataLst>
              <p:tags r:id="rId56"/>
            </p:custDataLst>
          </p:nvPr>
        </p:nvCxnSpPr>
        <p:spPr>
          <a:xfrm>
            <a:off x="8862695" y="1638300"/>
            <a:ext cx="2098040" cy="19050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3" name="直接连接符 83"/>
          <p:cNvCxnSpPr/>
          <p:nvPr>
            <p:custDataLst>
              <p:tags r:id="rId57"/>
            </p:custDataLst>
          </p:nvPr>
        </p:nvCxnSpPr>
        <p:spPr>
          <a:xfrm>
            <a:off x="4911725" y="906780"/>
            <a:ext cx="2364740" cy="6985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ysDash"/>
            <a:headEnd type="none" w="med" len="med"/>
            <a:tailEnd type="none" w="med" len="med"/>
          </a:ln>
        </p:spPr>
      </p:cxnSp>
      <p:cxnSp>
        <p:nvCxnSpPr>
          <p:cNvPr id="64" name="直接连接符 83"/>
          <p:cNvCxnSpPr/>
          <p:nvPr>
            <p:custDataLst>
              <p:tags r:id="rId58"/>
            </p:custDataLst>
          </p:nvPr>
        </p:nvCxnSpPr>
        <p:spPr>
          <a:xfrm flipV="1">
            <a:off x="4195445" y="1640205"/>
            <a:ext cx="3477895" cy="40640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ysDash"/>
            <a:headEnd type="none" w="med" len="med"/>
            <a:tailEnd type="none" w="med" len="med"/>
          </a:ln>
        </p:spPr>
      </p:cxnSp>
      <p:cxnSp>
        <p:nvCxnSpPr>
          <p:cNvPr id="65" name="直接连接符 83"/>
          <p:cNvCxnSpPr>
            <a:stCxn id="29" idx="0"/>
          </p:cNvCxnSpPr>
          <p:nvPr>
            <p:custDataLst>
              <p:tags r:id="rId59"/>
            </p:custDataLst>
          </p:nvPr>
        </p:nvCxnSpPr>
        <p:spPr>
          <a:xfrm flipH="1">
            <a:off x="4016375" y="1670685"/>
            <a:ext cx="128905" cy="2263140"/>
          </a:xfrm>
          <a:prstGeom prst="line">
            <a:avLst/>
          </a:prstGeom>
          <a:ln w="28575" cap="flat" cmpd="sng">
            <a:solidFill>
              <a:srgbClr val="C00000"/>
            </a:solidFill>
            <a:prstDash val="lgDashDot"/>
            <a:headEnd type="none" w="med" len="med"/>
            <a:tailEnd type="none" w="med" len="med"/>
          </a:ln>
        </p:spPr>
      </p:cxnSp>
      <p:cxnSp>
        <p:nvCxnSpPr>
          <p:cNvPr id="66" name="直接连接符 83"/>
          <p:cNvCxnSpPr>
            <a:stCxn id="30" idx="0"/>
          </p:cNvCxnSpPr>
          <p:nvPr>
            <p:custDataLst>
              <p:tags r:id="rId60"/>
            </p:custDataLst>
          </p:nvPr>
        </p:nvCxnSpPr>
        <p:spPr>
          <a:xfrm flipH="1">
            <a:off x="4740910" y="930910"/>
            <a:ext cx="170815" cy="2985135"/>
          </a:xfrm>
          <a:prstGeom prst="line">
            <a:avLst/>
          </a:prstGeom>
          <a:ln w="28575" cap="flat" cmpd="sng">
            <a:solidFill>
              <a:srgbClr val="FF0000"/>
            </a:solidFill>
            <a:prstDash val="lgDashDot"/>
            <a:headEnd type="none" w="med" len="med"/>
            <a:tailEnd type="none" w="med" len="med"/>
          </a:ln>
        </p:spPr>
      </p:cxnSp>
      <p:cxnSp>
        <p:nvCxnSpPr>
          <p:cNvPr id="67" name="直接连接符 83"/>
          <p:cNvCxnSpPr/>
          <p:nvPr>
            <p:custDataLst>
              <p:tags r:id="rId61"/>
            </p:custDataLst>
          </p:nvPr>
        </p:nvCxnSpPr>
        <p:spPr>
          <a:xfrm>
            <a:off x="6894830" y="867410"/>
            <a:ext cx="18415" cy="3173730"/>
          </a:xfrm>
          <a:prstGeom prst="line">
            <a:avLst/>
          </a:prstGeom>
          <a:ln w="28575" cap="flat" cmpd="sng">
            <a:solidFill>
              <a:srgbClr val="C00000"/>
            </a:solidFill>
            <a:prstDash val="lgDashDot"/>
            <a:headEnd type="none" w="med" len="med"/>
            <a:tailEnd type="none" w="med" len="med"/>
          </a:ln>
        </p:spPr>
      </p:cxnSp>
      <p:cxnSp>
        <p:nvCxnSpPr>
          <p:cNvPr id="68" name="直接连接符 83"/>
          <p:cNvCxnSpPr/>
          <p:nvPr>
            <p:custDataLst>
              <p:tags r:id="rId62"/>
            </p:custDataLst>
          </p:nvPr>
        </p:nvCxnSpPr>
        <p:spPr>
          <a:xfrm>
            <a:off x="7620000" y="1609090"/>
            <a:ext cx="44450" cy="2449830"/>
          </a:xfrm>
          <a:prstGeom prst="line">
            <a:avLst/>
          </a:prstGeom>
          <a:ln w="28575" cap="flat" cmpd="sng">
            <a:solidFill>
              <a:srgbClr val="C00000"/>
            </a:solidFill>
            <a:prstDash val="lgDashDot"/>
            <a:headEnd type="none" w="med" len="med"/>
            <a:tailEnd type="none" w="med" len="med"/>
          </a:ln>
        </p:spPr>
      </p:cxnSp>
      <p:grpSp>
        <p:nvGrpSpPr>
          <p:cNvPr id="218" name="组合 217"/>
          <p:cNvGrpSpPr/>
          <p:nvPr/>
        </p:nvGrpSpPr>
        <p:grpSpPr>
          <a:xfrm rot="17880000">
            <a:off x="698500" y="1482090"/>
            <a:ext cx="843915" cy="381000"/>
            <a:chOff x="3689" y="2720"/>
            <a:chExt cx="1329" cy="600"/>
          </a:xfrm>
        </p:grpSpPr>
        <p:cxnSp>
          <p:nvCxnSpPr>
            <p:cNvPr id="214" name="直接连接符 29"/>
            <p:cNvCxnSpPr/>
            <p:nvPr>
              <p:custDataLst>
                <p:tags r:id="rId63"/>
              </p:custDataLst>
            </p:nvPr>
          </p:nvCxnSpPr>
          <p:spPr>
            <a:xfrm>
              <a:off x="3924" y="2982"/>
              <a:ext cx="1094" cy="3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58"/>
            <p:cNvCxnSpPr/>
            <p:nvPr>
              <p:custDataLst>
                <p:tags r:id="rId64"/>
              </p:custDataLst>
            </p:nvPr>
          </p:nvCxnSpPr>
          <p:spPr>
            <a:xfrm flipV="1">
              <a:off x="3880" y="2720"/>
              <a:ext cx="44" cy="60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58"/>
            <p:cNvCxnSpPr/>
            <p:nvPr>
              <p:custDataLst>
                <p:tags r:id="rId65"/>
              </p:custDataLst>
            </p:nvPr>
          </p:nvCxnSpPr>
          <p:spPr>
            <a:xfrm flipV="1">
              <a:off x="3795" y="2781"/>
              <a:ext cx="44" cy="45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58"/>
            <p:cNvCxnSpPr/>
            <p:nvPr>
              <p:custDataLst>
                <p:tags r:id="rId66"/>
              </p:custDataLst>
            </p:nvPr>
          </p:nvCxnSpPr>
          <p:spPr>
            <a:xfrm flipV="1">
              <a:off x="3689" y="2841"/>
              <a:ext cx="46" cy="32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组合 205"/>
          <p:cNvGrpSpPr/>
          <p:nvPr/>
        </p:nvGrpSpPr>
        <p:grpSpPr>
          <a:xfrm>
            <a:off x="10633075" y="1288415"/>
            <a:ext cx="584200" cy="699135"/>
            <a:chOff x="15957" y="2973"/>
            <a:chExt cx="920" cy="1101"/>
          </a:xfrm>
        </p:grpSpPr>
        <p:grpSp>
          <p:nvGrpSpPr>
            <p:cNvPr id="133" name="组合 61"/>
            <p:cNvGrpSpPr/>
            <p:nvPr/>
          </p:nvGrpSpPr>
          <p:grpSpPr>
            <a:xfrm rot="5400000">
              <a:off x="15883" y="3047"/>
              <a:ext cx="1068" cy="920"/>
              <a:chOff x="8460" y="1110"/>
              <a:chExt cx="730" cy="700"/>
            </a:xfrm>
          </p:grpSpPr>
          <p:cxnSp>
            <p:nvCxnSpPr>
              <p:cNvPr id="134" name="直接连接符 29"/>
              <p:cNvCxnSpPr/>
              <p:nvPr>
                <p:custDataLst>
                  <p:tags r:id="rId67"/>
                </p:custDataLst>
              </p:nvPr>
            </p:nvCxnSpPr>
            <p:spPr>
              <a:xfrm flipV="1">
                <a:off x="8460" y="1310"/>
                <a:ext cx="530" cy="5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58"/>
              <p:cNvCxnSpPr/>
              <p:nvPr>
                <p:custDataLst>
                  <p:tags r:id="rId68"/>
                </p:custDataLst>
              </p:nvPr>
            </p:nvCxnSpPr>
            <p:spPr>
              <a:xfrm flipH="1" flipV="1">
                <a:off x="8840" y="1110"/>
                <a:ext cx="290" cy="36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59"/>
              <p:cNvCxnSpPr/>
              <p:nvPr>
                <p:custDataLst>
                  <p:tags r:id="rId69"/>
                </p:custDataLst>
              </p:nvPr>
            </p:nvCxnSpPr>
            <p:spPr>
              <a:xfrm flipH="1" flipV="1">
                <a:off x="9020" y="1140"/>
                <a:ext cx="170" cy="2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5" name="直接连接符 59"/>
            <p:cNvCxnSpPr/>
            <p:nvPr>
              <p:custDataLst>
                <p:tags r:id="rId70"/>
              </p:custDataLst>
            </p:nvPr>
          </p:nvCxnSpPr>
          <p:spPr>
            <a:xfrm flipV="1">
              <a:off x="16716" y="3916"/>
              <a:ext cx="161" cy="15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文本框 68"/>
          <p:cNvSpPr txBox="1"/>
          <p:nvPr/>
        </p:nvSpPr>
        <p:spPr>
          <a:xfrm>
            <a:off x="2777490" y="1680845"/>
            <a:ext cx="10998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500kV</a:t>
            </a:r>
            <a:r>
              <a:rPr lang="zh-CN" altLang="en-US" sz="1000" b="1"/>
              <a:t>上渡乙线</a:t>
            </a:r>
            <a:endParaRPr lang="zh-CN" altLang="en-US" sz="1000" b="1"/>
          </a:p>
        </p:txBody>
      </p:sp>
      <p:sp>
        <p:nvSpPr>
          <p:cNvPr id="70" name="文本框 69"/>
          <p:cNvSpPr txBox="1"/>
          <p:nvPr/>
        </p:nvSpPr>
        <p:spPr>
          <a:xfrm>
            <a:off x="9123680" y="579120"/>
            <a:ext cx="1191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500kV</a:t>
            </a:r>
            <a:r>
              <a:rPr lang="zh-CN" altLang="en-US" sz="1000" b="1"/>
              <a:t>上渡甲线</a:t>
            </a:r>
            <a:endParaRPr lang="zh-CN" altLang="en-US" sz="1000" b="1"/>
          </a:p>
        </p:txBody>
      </p:sp>
      <p:sp>
        <p:nvSpPr>
          <p:cNvPr id="144" name="文本框 52"/>
          <p:cNvSpPr txBox="1"/>
          <p:nvPr>
            <p:custDataLst>
              <p:tags r:id="rId71"/>
            </p:custDataLst>
          </p:nvPr>
        </p:nvSpPr>
        <p:spPr>
          <a:xfrm>
            <a:off x="3943350" y="102235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BZ63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1" name="文本框 52"/>
          <p:cNvSpPr txBox="1"/>
          <p:nvPr>
            <p:custDataLst>
              <p:tags r:id="rId72"/>
            </p:custDataLst>
          </p:nvPr>
        </p:nvSpPr>
        <p:spPr>
          <a:xfrm>
            <a:off x="7496175" y="100520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BS61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2" name="文本框 52"/>
          <p:cNvSpPr txBox="1"/>
          <p:nvPr>
            <p:custDataLst>
              <p:tags r:id="rId73"/>
            </p:custDataLst>
          </p:nvPr>
        </p:nvSpPr>
        <p:spPr>
          <a:xfrm>
            <a:off x="7059930" y="4261485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BS60</a:t>
            </a:r>
            <a:r>
              <a: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rPr>
              <a:t> 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3" name="文本框 52"/>
          <p:cNvSpPr txBox="1"/>
          <p:nvPr>
            <p:custDataLst>
              <p:tags r:id="rId74"/>
            </p:custDataLst>
          </p:nvPr>
        </p:nvSpPr>
        <p:spPr>
          <a:xfrm>
            <a:off x="4177665" y="4147820"/>
            <a:ext cx="447040" cy="309880"/>
          </a:xfrm>
          <a:prstGeom prst="rect">
            <a:avLst/>
          </a:prstGeom>
          <a:noFill/>
          <a:ln>
            <a:noFill/>
          </a:ln>
        </p:spPr>
        <p:txBody>
          <a:bodyPr upright="1"/>
          <a:p>
            <a:pPr algn="just"/>
            <a:r>
              <a:rPr lang="en-US" sz="900" b="1" kern="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BZ62</a:t>
            </a:r>
            <a:endParaRPr lang="en-US" altLang="zh-CN" sz="1050" kern="100">
              <a:latin typeface="Calibri" panose="020F0502020204030204"/>
              <a:ea typeface="宋体" panose="02010600030101010101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74" name="直接连接符 83"/>
          <p:cNvCxnSpPr/>
          <p:nvPr>
            <p:custDataLst>
              <p:tags r:id="rId75"/>
            </p:custDataLst>
          </p:nvPr>
        </p:nvCxnSpPr>
        <p:spPr>
          <a:xfrm flipV="1">
            <a:off x="3909060" y="3949700"/>
            <a:ext cx="107315" cy="244284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5" name="直接连接符 83"/>
          <p:cNvCxnSpPr/>
          <p:nvPr>
            <p:custDataLst>
              <p:tags r:id="rId76"/>
            </p:custDataLst>
          </p:nvPr>
        </p:nvCxnSpPr>
        <p:spPr>
          <a:xfrm flipV="1">
            <a:off x="4642485" y="3844925"/>
            <a:ext cx="125095" cy="255651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6" name="直接连接符 83"/>
          <p:cNvCxnSpPr/>
          <p:nvPr>
            <p:custDataLst>
              <p:tags r:id="rId77"/>
            </p:custDataLst>
          </p:nvPr>
        </p:nvCxnSpPr>
        <p:spPr>
          <a:xfrm flipV="1">
            <a:off x="6940550" y="4016375"/>
            <a:ext cx="0" cy="235839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7" name="直接连接符 83"/>
          <p:cNvCxnSpPr/>
          <p:nvPr>
            <p:custDataLst>
              <p:tags r:id="rId78"/>
            </p:custDataLst>
          </p:nvPr>
        </p:nvCxnSpPr>
        <p:spPr>
          <a:xfrm flipH="1" flipV="1">
            <a:off x="7675245" y="4016375"/>
            <a:ext cx="78740" cy="231394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" name="文本框 77"/>
          <p:cNvSpPr txBox="1"/>
          <p:nvPr/>
        </p:nvSpPr>
        <p:spPr>
          <a:xfrm>
            <a:off x="5442585" y="131445"/>
            <a:ext cx="1196340" cy="30670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1400"/>
              <a:t>拆除旧线段</a:t>
            </a:r>
            <a:endParaRPr lang="zh-CN" altLang="en-US" sz="1400"/>
          </a:p>
        </p:txBody>
      </p:sp>
      <p:cxnSp>
        <p:nvCxnSpPr>
          <p:cNvPr id="81" name="直接箭头连接符 80"/>
          <p:cNvCxnSpPr/>
          <p:nvPr/>
        </p:nvCxnSpPr>
        <p:spPr>
          <a:xfrm flipH="1">
            <a:off x="6216015" y="431165"/>
            <a:ext cx="422910" cy="12134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4972685" y="3354070"/>
            <a:ext cx="1725295" cy="90741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endParaRPr lang="zh-CN" altLang="en-US" sz="1400"/>
          </a:p>
          <a:p>
            <a:r>
              <a:rPr lang="zh-CN" altLang="en-US" sz="1400"/>
              <a:t>形成上</a:t>
            </a:r>
            <a:r>
              <a:rPr lang="zh-CN" altLang="en-US" sz="1400">
                <a:sym typeface="+mn-ea"/>
              </a:rPr>
              <a:t>上寨</a:t>
            </a:r>
            <a:r>
              <a:rPr lang="en-US" altLang="zh-CN" sz="1400">
                <a:sym typeface="+mn-ea"/>
              </a:rPr>
              <a:t>~</a:t>
            </a:r>
            <a:r>
              <a:rPr lang="zh-CN" altLang="en-US" sz="1400">
                <a:sym typeface="+mn-ea"/>
              </a:rPr>
              <a:t>凤安线路和凤安</a:t>
            </a:r>
            <a:r>
              <a:rPr lang="en-US" altLang="zh-CN" sz="1400">
                <a:sym typeface="+mn-ea"/>
              </a:rPr>
              <a:t>~</a:t>
            </a:r>
            <a:r>
              <a:rPr lang="zh-CN" altLang="en-US" sz="1400">
                <a:sym typeface="+mn-ea"/>
              </a:rPr>
              <a:t>渡水线路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83" name="文本框 82"/>
          <p:cNvSpPr txBox="1"/>
          <p:nvPr/>
        </p:nvSpPr>
        <p:spPr>
          <a:xfrm>
            <a:off x="11050270" y="1049655"/>
            <a:ext cx="1191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500kV</a:t>
            </a:r>
            <a:r>
              <a:rPr lang="zh-CN" altLang="en-US" sz="1000" b="1"/>
              <a:t>上寨站侧</a:t>
            </a:r>
            <a:endParaRPr lang="zh-CN" altLang="en-US" sz="1000" b="1"/>
          </a:p>
        </p:txBody>
      </p:sp>
      <p:cxnSp>
        <p:nvCxnSpPr>
          <p:cNvPr id="84" name="直接箭头连接符 83"/>
          <p:cNvCxnSpPr/>
          <p:nvPr/>
        </p:nvCxnSpPr>
        <p:spPr>
          <a:xfrm flipH="1">
            <a:off x="11107420" y="947420"/>
            <a:ext cx="8223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 flipH="1">
            <a:off x="11115040" y="1369695"/>
            <a:ext cx="8223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242570" y="1121410"/>
            <a:ext cx="1191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500kV</a:t>
            </a:r>
            <a:r>
              <a:rPr lang="zh-CN" altLang="en-US" sz="1000" b="1"/>
              <a:t>渡水侧</a:t>
            </a:r>
            <a:endParaRPr lang="zh-CN" altLang="en-US" sz="1000" b="1"/>
          </a:p>
        </p:txBody>
      </p:sp>
      <p:cxnSp>
        <p:nvCxnSpPr>
          <p:cNvPr id="88" name="直接箭头连接符 87"/>
          <p:cNvCxnSpPr/>
          <p:nvPr/>
        </p:nvCxnSpPr>
        <p:spPr>
          <a:xfrm>
            <a:off x="7753985" y="1868170"/>
            <a:ext cx="45085" cy="212852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745095" y="1885950"/>
            <a:ext cx="813435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7799070" y="2088515"/>
            <a:ext cx="1707515" cy="36830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r>
              <a:rPr lang="zh-CN" altLang="en-US"/>
              <a:t>上寨</a:t>
            </a:r>
            <a:r>
              <a:rPr lang="en-US" altLang="zh-CN"/>
              <a:t>~</a:t>
            </a:r>
            <a:r>
              <a:rPr lang="zh-CN" altLang="en-US"/>
              <a:t>凤安线路</a:t>
            </a:r>
            <a:endParaRPr lang="zh-CN" altLang="en-US"/>
          </a:p>
        </p:txBody>
      </p:sp>
      <p:cxnSp>
        <p:nvCxnSpPr>
          <p:cNvPr id="91" name="直接箭头连接符 90"/>
          <p:cNvCxnSpPr/>
          <p:nvPr/>
        </p:nvCxnSpPr>
        <p:spPr>
          <a:xfrm flipH="1">
            <a:off x="2094230" y="2011680"/>
            <a:ext cx="1922145" cy="889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3873500" y="2020570"/>
            <a:ext cx="125095" cy="253047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2235835" y="2088515"/>
            <a:ext cx="1707515" cy="36830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 rtlCol="0">
            <a:spAutoFit/>
          </a:bodyPr>
          <a:p>
            <a:r>
              <a:rPr lang="zh-CN" altLang="en-US"/>
              <a:t>凤安</a:t>
            </a:r>
            <a:r>
              <a:rPr lang="en-US" altLang="zh-CN"/>
              <a:t>~</a:t>
            </a:r>
            <a:r>
              <a:rPr lang="zh-CN" altLang="en-US"/>
              <a:t>渡水</a:t>
            </a:r>
            <a:r>
              <a:rPr lang="zh-CN" altLang="en-US"/>
              <a:t>线路</a:t>
            </a:r>
            <a:endParaRPr lang="zh-CN" altLang="en-US"/>
          </a:p>
        </p:txBody>
      </p:sp>
      <p:cxnSp>
        <p:nvCxnSpPr>
          <p:cNvPr id="94" name="直接箭头连接符 93"/>
          <p:cNvCxnSpPr/>
          <p:nvPr/>
        </p:nvCxnSpPr>
        <p:spPr>
          <a:xfrm flipV="1">
            <a:off x="6690360" y="1913255"/>
            <a:ext cx="205105" cy="1439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 flipV="1">
            <a:off x="6699250" y="2601595"/>
            <a:ext cx="920750" cy="16719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H="1" flipV="1">
            <a:off x="4857115" y="1922145"/>
            <a:ext cx="116205" cy="1439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 flipH="1" flipV="1">
            <a:off x="4114800" y="2467610"/>
            <a:ext cx="867410" cy="1797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777490" y="6392545"/>
            <a:ext cx="687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500kV</a:t>
            </a:r>
            <a:r>
              <a:rPr lang="zh-CN" altLang="en-US"/>
              <a:t>上渡甲线、</a:t>
            </a:r>
            <a:r>
              <a:rPr lang="en-US" altLang="zh-CN">
                <a:sym typeface="+mn-ea"/>
              </a:rPr>
              <a:t>500kV</a:t>
            </a:r>
            <a:r>
              <a:rPr lang="zh-CN" altLang="en-US">
                <a:sym typeface="+mn-ea"/>
              </a:rPr>
              <a:t>上渡乙线停电解口入碧山站施工示意图</a:t>
            </a:r>
            <a:endParaRPr lang="zh-CN" altLang="en-US"/>
          </a:p>
        </p:txBody>
      </p:sp>
      <p:cxnSp>
        <p:nvCxnSpPr>
          <p:cNvPr id="10" name="直接连接符 9"/>
          <p:cNvCxnSpPr>
            <a:stCxn id="51" idx="2"/>
          </p:cNvCxnSpPr>
          <p:nvPr/>
        </p:nvCxnSpPr>
        <p:spPr>
          <a:xfrm>
            <a:off x="2553970" y="898525"/>
            <a:ext cx="434340" cy="1739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2576830" y="1322705"/>
            <a:ext cx="411480" cy="28638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 rot="1380000">
            <a:off x="2985823" y="1025021"/>
            <a:ext cx="36000" cy="108000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 rot="8280000">
            <a:off x="2974393" y="1256161"/>
            <a:ext cx="36000" cy="108000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8" name="直接连接符 97"/>
          <p:cNvCxnSpPr/>
          <p:nvPr/>
        </p:nvCxnSpPr>
        <p:spPr>
          <a:xfrm flipV="1">
            <a:off x="8405495" y="894715"/>
            <a:ext cx="457200" cy="159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8369300" y="1443990"/>
            <a:ext cx="520065" cy="18859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 rot="1740000">
            <a:off x="8334428" y="1382526"/>
            <a:ext cx="36000" cy="108000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 rot="20460000">
            <a:off x="8370623" y="1010416"/>
            <a:ext cx="36000" cy="108000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>
            <a:off x="5455285" y="431165"/>
            <a:ext cx="413385" cy="4794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COMMONDATA" val="eyJoZGlkIjoiNmIwMzQ4NDE0YmM1ODU2N2Y5ZTQwZjgwN2Y4OTE1MmIifQ=="/>
  <p:tag name="KSO_WPP_MARK_KEY" val="85518b7a-6743-4eb4-a0fe-8598db8a66b5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WPS 演示</Application>
  <PresentationFormat>宽屏</PresentationFormat>
  <Paragraphs>47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黑体</vt:lpstr>
      <vt:lpstr>Times New Roman</vt:lpstr>
      <vt:lpstr>Calibri</vt:lpstr>
      <vt:lpstr>微软雅黑</vt:lpstr>
      <vt:lpstr>Arial Unicode MS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SUNG</cp:lastModifiedBy>
  <cp:revision>170</cp:revision>
  <dcterms:created xsi:type="dcterms:W3CDTF">2019-06-19T02:08:00Z</dcterms:created>
  <dcterms:modified xsi:type="dcterms:W3CDTF">2024-05-30T08:47:05Z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5C1719F66843454E985E11444D8122D9</vt:lpwstr>
  </property>
</Properties>
</file>